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93" r:id="rId2"/>
    <p:sldId id="257" r:id="rId3"/>
    <p:sldId id="258" r:id="rId4"/>
    <p:sldId id="259" r:id="rId5"/>
    <p:sldId id="264" r:id="rId6"/>
    <p:sldId id="265" r:id="rId7"/>
    <p:sldId id="266" r:id="rId8"/>
    <p:sldId id="271" r:id="rId9"/>
    <p:sldId id="272" r:id="rId10"/>
    <p:sldId id="273" r:id="rId11"/>
  </p:sldIdLst>
  <p:sldSz cx="12192000" cy="6858000"/>
  <p:notesSz cx="6858000" cy="9144000"/>
  <p:custDataLst>
    <p:tags r:id="rId13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B7E164-5616-4095-8D33-FC8098DEFE8A}" v="180" dt="2026-03-10T17:44:40.5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2000" autoAdjust="0"/>
  </p:normalViewPr>
  <p:slideViewPr>
    <p:cSldViewPr snapToGrid="0">
      <p:cViewPr>
        <p:scale>
          <a:sx n="75" d="100"/>
          <a:sy n="75" d="100"/>
        </p:scale>
        <p:origin x="610" y="72"/>
      </p:cViewPr>
      <p:guideLst>
        <p:guide orient="horz" pos="2160"/>
        <p:guide pos="3840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lnaz b" userId="07ceac367f20b251" providerId="LiveId" clId="{20EBB3F1-9698-4C1A-B602-E84AA89A3765}"/>
    <pc:docChg chg="undo redo custSel addSld delSld modSld sldOrd">
      <pc:chgData name="dilnaz b" userId="07ceac367f20b251" providerId="LiveId" clId="{20EBB3F1-9698-4C1A-B602-E84AA89A3765}" dt="2026-03-10T17:44:40.592" v="1125"/>
      <pc:docMkLst>
        <pc:docMk/>
      </pc:docMkLst>
      <pc:sldChg chg="addSp delSp modSp mod">
        <pc:chgData name="dilnaz b" userId="07ceac367f20b251" providerId="LiveId" clId="{20EBB3F1-9698-4C1A-B602-E84AA89A3765}" dt="2026-03-10T16:50:38.267" v="672" actId="207"/>
        <pc:sldMkLst>
          <pc:docMk/>
          <pc:sldMk cId="3237638580" sldId="257"/>
        </pc:sldMkLst>
        <pc:spChg chg="mod">
          <ac:chgData name="dilnaz b" userId="07ceac367f20b251" providerId="LiveId" clId="{20EBB3F1-9698-4C1A-B602-E84AA89A3765}" dt="2026-03-10T16:41:51.867" v="599" actId="20577"/>
          <ac:spMkLst>
            <pc:docMk/>
            <pc:sldMk cId="3237638580" sldId="257"/>
            <ac:spMk id="2" creationId="{00000000-0000-0000-0000-000000000000}"/>
          </ac:spMkLst>
        </pc:spChg>
        <pc:spChg chg="mod">
          <ac:chgData name="dilnaz b" userId="07ceac367f20b251" providerId="LiveId" clId="{20EBB3F1-9698-4C1A-B602-E84AA89A3765}" dt="2026-03-10T16:50:38.267" v="672" actId="207"/>
          <ac:spMkLst>
            <pc:docMk/>
            <pc:sldMk cId="3237638580" sldId="257"/>
            <ac:spMk id="5" creationId="{00000000-0000-0000-0000-000000000000}"/>
          </ac:spMkLst>
        </pc:spChg>
        <pc:spChg chg="mod">
          <ac:chgData name="dilnaz b" userId="07ceac367f20b251" providerId="LiveId" clId="{20EBB3F1-9698-4C1A-B602-E84AA89A3765}" dt="2026-03-10T16:41:12.789" v="591" actId="1076"/>
          <ac:spMkLst>
            <pc:docMk/>
            <pc:sldMk cId="3237638580" sldId="257"/>
            <ac:spMk id="7" creationId="{305BCAB7-4E13-5A87-6CB4-F7C0DCF76538}"/>
          </ac:spMkLst>
        </pc:spChg>
        <pc:spChg chg="add mod">
          <ac:chgData name="dilnaz b" userId="07ceac367f20b251" providerId="LiveId" clId="{20EBB3F1-9698-4C1A-B602-E84AA89A3765}" dt="2026-03-10T16:41:40.217" v="593" actId="1076"/>
          <ac:spMkLst>
            <pc:docMk/>
            <pc:sldMk cId="3237638580" sldId="257"/>
            <ac:spMk id="10" creationId="{60D303D0-B6DC-5204-B214-CFF8B9218678}"/>
          </ac:spMkLst>
        </pc:spChg>
        <pc:spChg chg="add mod">
          <ac:chgData name="dilnaz b" userId="07ceac367f20b251" providerId="LiveId" clId="{20EBB3F1-9698-4C1A-B602-E84AA89A3765}" dt="2026-03-10T16:41:40.217" v="593" actId="1076"/>
          <ac:spMkLst>
            <pc:docMk/>
            <pc:sldMk cId="3237638580" sldId="257"/>
            <ac:spMk id="11" creationId="{63642EEE-2144-3C8A-132B-FE3AAECCBBDC}"/>
          </ac:spMkLst>
        </pc:spChg>
        <pc:spChg chg="add mod">
          <ac:chgData name="dilnaz b" userId="07ceac367f20b251" providerId="LiveId" clId="{20EBB3F1-9698-4C1A-B602-E84AA89A3765}" dt="2026-03-10T16:41:40.217" v="593" actId="1076"/>
          <ac:spMkLst>
            <pc:docMk/>
            <pc:sldMk cId="3237638580" sldId="257"/>
            <ac:spMk id="12" creationId="{721CCA6F-66DB-BA3C-1FDF-5EEF5CD5082B}"/>
          </ac:spMkLst>
        </pc:spChg>
        <pc:spChg chg="add mod">
          <ac:chgData name="dilnaz b" userId="07ceac367f20b251" providerId="LiveId" clId="{20EBB3F1-9698-4C1A-B602-E84AA89A3765}" dt="2026-03-10T16:41:40.217" v="593" actId="1076"/>
          <ac:spMkLst>
            <pc:docMk/>
            <pc:sldMk cId="3237638580" sldId="257"/>
            <ac:spMk id="13" creationId="{D0F32680-AD66-ACDA-4587-BC3C20EB7B6B}"/>
          </ac:spMkLst>
        </pc:spChg>
        <pc:graphicFrameChg chg="add mod modGraphic">
          <ac:chgData name="dilnaz b" userId="07ceac367f20b251" providerId="LiveId" clId="{20EBB3F1-9698-4C1A-B602-E84AA89A3765}" dt="2026-03-10T16:41:40.217" v="593" actId="1076"/>
          <ac:graphicFrameMkLst>
            <pc:docMk/>
            <pc:sldMk cId="3237638580" sldId="257"/>
            <ac:graphicFrameMk id="3" creationId="{67E66A1B-C6D4-022F-858C-40C4F32B391F}"/>
          </ac:graphicFrameMkLst>
        </pc:graphicFrameChg>
        <pc:picChg chg="del mod">
          <ac:chgData name="dilnaz b" userId="07ceac367f20b251" providerId="LiveId" clId="{20EBB3F1-9698-4C1A-B602-E84AA89A3765}" dt="2026-03-10T16:29:53.235" v="501" actId="478"/>
          <ac:picMkLst>
            <pc:docMk/>
            <pc:sldMk cId="3237638580" sldId="257"/>
            <ac:picMk id="8" creationId="{FFAAE7D7-1F09-3B32-FDC6-8C3A0DDDFB01}"/>
          </ac:picMkLst>
        </pc:picChg>
      </pc:sldChg>
      <pc:sldChg chg="addSp delSp modSp mod">
        <pc:chgData name="dilnaz b" userId="07ceac367f20b251" providerId="LiveId" clId="{20EBB3F1-9698-4C1A-B602-E84AA89A3765}" dt="2026-03-10T17:34:02.231" v="1047" actId="1076"/>
        <pc:sldMkLst>
          <pc:docMk/>
          <pc:sldMk cId="3635367333" sldId="258"/>
        </pc:sldMkLst>
        <pc:spChg chg="del">
          <ac:chgData name="dilnaz b" userId="07ceac367f20b251" providerId="LiveId" clId="{20EBB3F1-9698-4C1A-B602-E84AA89A3765}" dt="2026-03-10T16:34:46.970" v="550" actId="478"/>
          <ac:spMkLst>
            <pc:docMk/>
            <pc:sldMk cId="3635367333" sldId="258"/>
            <ac:spMk id="2" creationId="{00000000-0000-0000-0000-000000000000}"/>
          </ac:spMkLst>
        </pc:spChg>
        <pc:spChg chg="add mod">
          <ac:chgData name="dilnaz b" userId="07ceac367f20b251" providerId="LiveId" clId="{20EBB3F1-9698-4C1A-B602-E84AA89A3765}" dt="2026-03-10T16:36:01.763" v="558" actId="1076"/>
          <ac:spMkLst>
            <pc:docMk/>
            <pc:sldMk cId="3635367333" sldId="258"/>
            <ac:spMk id="3" creationId="{CDE8857B-C096-712A-025B-8BDB3EF56ECE}"/>
          </ac:spMkLst>
        </pc:spChg>
        <pc:spChg chg="mod">
          <ac:chgData name="dilnaz b" userId="07ceac367f20b251" providerId="LiveId" clId="{20EBB3F1-9698-4C1A-B602-E84AA89A3765}" dt="2026-03-10T16:50:45.565" v="673" actId="207"/>
          <ac:spMkLst>
            <pc:docMk/>
            <pc:sldMk cId="3635367333" sldId="258"/>
            <ac:spMk id="5" creationId="{00000000-0000-0000-0000-000000000000}"/>
          </ac:spMkLst>
        </pc:spChg>
        <pc:spChg chg="del mod">
          <ac:chgData name="dilnaz b" userId="07ceac367f20b251" providerId="LiveId" clId="{20EBB3F1-9698-4C1A-B602-E84AA89A3765}" dt="2026-03-10T16:34:44.807" v="549" actId="478"/>
          <ac:spMkLst>
            <pc:docMk/>
            <pc:sldMk cId="3635367333" sldId="258"/>
            <ac:spMk id="8" creationId="{6D581791-8974-0726-D31F-1E69D9AD507D}"/>
          </ac:spMkLst>
        </pc:spChg>
        <pc:spChg chg="add mod">
          <ac:chgData name="dilnaz b" userId="07ceac367f20b251" providerId="LiveId" clId="{20EBB3F1-9698-4C1A-B602-E84AA89A3765}" dt="2026-03-10T16:38:45.393" v="580" actId="1076"/>
          <ac:spMkLst>
            <pc:docMk/>
            <pc:sldMk cId="3635367333" sldId="258"/>
            <ac:spMk id="9" creationId="{0FA257E7-DB3C-400D-DD56-C6F2024D0F31}"/>
          </ac:spMkLst>
        </pc:spChg>
        <pc:spChg chg="add mod">
          <ac:chgData name="dilnaz b" userId="07ceac367f20b251" providerId="LiveId" clId="{20EBB3F1-9698-4C1A-B602-E84AA89A3765}" dt="2026-03-10T17:34:02.231" v="1047" actId="1076"/>
          <ac:spMkLst>
            <pc:docMk/>
            <pc:sldMk cId="3635367333" sldId="258"/>
            <ac:spMk id="11" creationId="{6CC876B0-7152-FDE9-C3C6-A5B2B9F1019B}"/>
          </ac:spMkLst>
        </pc:spChg>
        <pc:spChg chg="add mod">
          <ac:chgData name="dilnaz b" userId="07ceac367f20b251" providerId="LiveId" clId="{20EBB3F1-9698-4C1A-B602-E84AA89A3765}" dt="2026-03-10T16:38:59.725" v="583" actId="1076"/>
          <ac:spMkLst>
            <pc:docMk/>
            <pc:sldMk cId="3635367333" sldId="258"/>
            <ac:spMk id="12" creationId="{285304D4-2BAF-3655-12CA-607A8CC71532}"/>
          </ac:spMkLst>
        </pc:spChg>
        <pc:spChg chg="add mod">
          <ac:chgData name="dilnaz b" userId="07ceac367f20b251" providerId="LiveId" clId="{20EBB3F1-9698-4C1A-B602-E84AA89A3765}" dt="2026-03-10T16:38:19.547" v="577" actId="113"/>
          <ac:spMkLst>
            <pc:docMk/>
            <pc:sldMk cId="3635367333" sldId="258"/>
            <ac:spMk id="13" creationId="{95629780-43C9-D1CE-7439-39435E682AEB}"/>
          </ac:spMkLst>
        </pc:spChg>
        <pc:spChg chg="add mod">
          <ac:chgData name="dilnaz b" userId="07ceac367f20b251" providerId="LiveId" clId="{20EBB3F1-9698-4C1A-B602-E84AA89A3765}" dt="2026-03-10T16:38:09.437" v="575" actId="113"/>
          <ac:spMkLst>
            <pc:docMk/>
            <pc:sldMk cId="3635367333" sldId="258"/>
            <ac:spMk id="14" creationId="{CD438AE7-F4B2-CB91-C7EC-00DF8F1E0269}"/>
          </ac:spMkLst>
        </pc:spChg>
        <pc:graphicFrameChg chg="add mod modGraphic">
          <ac:chgData name="dilnaz b" userId="07ceac367f20b251" providerId="LiveId" clId="{20EBB3F1-9698-4C1A-B602-E84AA89A3765}" dt="2026-03-10T17:33:51.421" v="1045" actId="14100"/>
          <ac:graphicFrameMkLst>
            <pc:docMk/>
            <pc:sldMk cId="3635367333" sldId="258"/>
            <ac:graphicFrameMk id="10" creationId="{664442AE-B373-E2E5-C6F8-E40AA2F23559}"/>
          </ac:graphicFrameMkLst>
        </pc:graphicFrameChg>
        <pc:picChg chg="del">
          <ac:chgData name="dilnaz b" userId="07ceac367f20b251" providerId="LiveId" clId="{20EBB3F1-9698-4C1A-B602-E84AA89A3765}" dt="2026-03-10T16:34:49.021" v="551" actId="478"/>
          <ac:picMkLst>
            <pc:docMk/>
            <pc:sldMk cId="3635367333" sldId="258"/>
            <ac:picMk id="7" creationId="{168A9E51-0DBD-8270-5305-9970545DE5C7}"/>
          </ac:picMkLst>
        </pc:picChg>
      </pc:sldChg>
      <pc:sldChg chg="addSp delSp modSp mod">
        <pc:chgData name="dilnaz b" userId="07ceac367f20b251" providerId="LiveId" clId="{20EBB3F1-9698-4C1A-B602-E84AA89A3765}" dt="2026-03-10T16:50:59.897" v="675" actId="14100"/>
        <pc:sldMkLst>
          <pc:docMk/>
          <pc:sldMk cId="1230392115" sldId="259"/>
        </pc:sldMkLst>
        <pc:spChg chg="del">
          <ac:chgData name="dilnaz b" userId="07ceac367f20b251" providerId="LiveId" clId="{20EBB3F1-9698-4C1A-B602-E84AA89A3765}" dt="2026-03-10T16:40:49.596" v="588" actId="478"/>
          <ac:spMkLst>
            <pc:docMk/>
            <pc:sldMk cId="1230392115" sldId="259"/>
            <ac:spMk id="2" creationId="{00000000-0000-0000-0000-000000000000}"/>
          </ac:spMkLst>
        </pc:spChg>
        <pc:spChg chg="add mod">
          <ac:chgData name="dilnaz b" userId="07ceac367f20b251" providerId="LiveId" clId="{20EBB3F1-9698-4C1A-B602-E84AA89A3765}" dt="2026-03-10T16:40:50.065" v="589"/>
          <ac:spMkLst>
            <pc:docMk/>
            <pc:sldMk cId="1230392115" sldId="259"/>
            <ac:spMk id="3" creationId="{05BE1BF0-58EB-CE0D-72B7-41F58A75EEFC}"/>
          </ac:spMkLst>
        </pc:spChg>
        <pc:spChg chg="mod">
          <ac:chgData name="dilnaz b" userId="07ceac367f20b251" providerId="LiveId" clId="{20EBB3F1-9698-4C1A-B602-E84AA89A3765}" dt="2026-03-10T16:50:59.897" v="675" actId="14100"/>
          <ac:spMkLst>
            <pc:docMk/>
            <pc:sldMk cId="1230392115" sldId="259"/>
            <ac:spMk id="5" creationId="{00000000-0000-0000-0000-000000000000}"/>
          </ac:spMkLst>
        </pc:spChg>
        <pc:spChg chg="del">
          <ac:chgData name="dilnaz b" userId="07ceac367f20b251" providerId="LiveId" clId="{20EBB3F1-9698-4C1A-B602-E84AA89A3765}" dt="2026-03-10T16:40:45.079" v="586" actId="478"/>
          <ac:spMkLst>
            <pc:docMk/>
            <pc:sldMk cId="1230392115" sldId="259"/>
            <ac:spMk id="8" creationId="{5638FB0E-551D-DF65-6841-EF8507811566}"/>
          </ac:spMkLst>
        </pc:spChg>
        <pc:spChg chg="add mod">
          <ac:chgData name="dilnaz b" userId="07ceac367f20b251" providerId="LiveId" clId="{20EBB3F1-9698-4C1A-B602-E84AA89A3765}" dt="2026-03-10T16:44:45.630" v="616" actId="1076"/>
          <ac:spMkLst>
            <pc:docMk/>
            <pc:sldMk cId="1230392115" sldId="259"/>
            <ac:spMk id="9" creationId="{A6085686-BABF-91BC-DB99-FA9A786CDE5F}"/>
          </ac:spMkLst>
        </pc:spChg>
        <pc:spChg chg="add mod">
          <ac:chgData name="dilnaz b" userId="07ceac367f20b251" providerId="LiveId" clId="{20EBB3F1-9698-4C1A-B602-E84AA89A3765}" dt="2026-03-10T16:43:25.153" v="608" actId="113"/>
          <ac:spMkLst>
            <pc:docMk/>
            <pc:sldMk cId="1230392115" sldId="259"/>
            <ac:spMk id="10" creationId="{1A54A164-983C-01F7-7096-E5BC77E725B7}"/>
          </ac:spMkLst>
        </pc:spChg>
        <pc:spChg chg="add mod">
          <ac:chgData name="dilnaz b" userId="07ceac367f20b251" providerId="LiveId" clId="{20EBB3F1-9698-4C1A-B602-E84AA89A3765}" dt="2026-03-10T16:43:01.950" v="602" actId="113"/>
          <ac:spMkLst>
            <pc:docMk/>
            <pc:sldMk cId="1230392115" sldId="259"/>
            <ac:spMk id="11" creationId="{85DE20A3-92F8-041B-8622-454458F1A180}"/>
          </ac:spMkLst>
        </pc:spChg>
        <pc:spChg chg="add mod">
          <ac:chgData name="dilnaz b" userId="07ceac367f20b251" providerId="LiveId" clId="{20EBB3F1-9698-4C1A-B602-E84AA89A3765}" dt="2026-03-10T16:45:04.781" v="619" actId="1076"/>
          <ac:spMkLst>
            <pc:docMk/>
            <pc:sldMk cId="1230392115" sldId="259"/>
            <ac:spMk id="12" creationId="{74068599-5093-95F3-62D7-FDC0FA478296}"/>
          </ac:spMkLst>
        </pc:spChg>
        <pc:spChg chg="add mod">
          <ac:chgData name="dilnaz b" userId="07ceac367f20b251" providerId="LiveId" clId="{20EBB3F1-9698-4C1A-B602-E84AA89A3765}" dt="2026-03-10T16:42:51.488" v="600"/>
          <ac:spMkLst>
            <pc:docMk/>
            <pc:sldMk cId="1230392115" sldId="259"/>
            <ac:spMk id="13" creationId="{18BD1594-CD22-6C90-67B1-36F4BC6B424A}"/>
          </ac:spMkLst>
        </pc:spChg>
        <pc:graphicFrameChg chg="add mod">
          <ac:chgData name="dilnaz b" userId="07ceac367f20b251" providerId="LiveId" clId="{20EBB3F1-9698-4C1A-B602-E84AA89A3765}" dt="2026-03-10T16:40:50.065" v="589"/>
          <ac:graphicFrameMkLst>
            <pc:docMk/>
            <pc:sldMk cId="1230392115" sldId="259"/>
            <ac:graphicFrameMk id="7" creationId="{E4B88BAA-6043-3E79-42B6-EB3E5A8E13EC}"/>
          </ac:graphicFrameMkLst>
        </pc:graphicFrameChg>
        <pc:picChg chg="del">
          <ac:chgData name="dilnaz b" userId="07ceac367f20b251" providerId="LiveId" clId="{20EBB3F1-9698-4C1A-B602-E84AA89A3765}" dt="2026-03-10T16:40:46.699" v="587" actId="478"/>
          <ac:picMkLst>
            <pc:docMk/>
            <pc:sldMk cId="1230392115" sldId="259"/>
            <ac:picMk id="1026" creationId="{F5D2FD39-BD97-C65F-52D6-040C50AF0BFF}"/>
          </ac:picMkLst>
        </pc:picChg>
      </pc:sldChg>
      <pc:sldChg chg="del mod modShow">
        <pc:chgData name="dilnaz b" userId="07ceac367f20b251" providerId="LiveId" clId="{20EBB3F1-9698-4C1A-B602-E84AA89A3765}" dt="2026-03-10T17:36:45.808" v="1070" actId="47"/>
        <pc:sldMkLst>
          <pc:docMk/>
          <pc:sldMk cId="2545513239" sldId="260"/>
        </pc:sldMkLst>
      </pc:sldChg>
      <pc:sldChg chg="del mod modShow">
        <pc:chgData name="dilnaz b" userId="07ceac367f20b251" providerId="LiveId" clId="{20EBB3F1-9698-4C1A-B602-E84AA89A3765}" dt="2026-03-10T17:36:45.808" v="1070" actId="47"/>
        <pc:sldMkLst>
          <pc:docMk/>
          <pc:sldMk cId="2730216503" sldId="261"/>
        </pc:sldMkLst>
      </pc:sldChg>
      <pc:sldChg chg="addSp delSp modSp mod">
        <pc:chgData name="dilnaz b" userId="07ceac367f20b251" providerId="LiveId" clId="{20EBB3F1-9698-4C1A-B602-E84AA89A3765}" dt="2026-03-10T17:30:52.680" v="1005" actId="20577"/>
        <pc:sldMkLst>
          <pc:docMk/>
          <pc:sldMk cId="1810694074" sldId="264"/>
        </pc:sldMkLst>
        <pc:spChg chg="del">
          <ac:chgData name="dilnaz b" userId="07ceac367f20b251" providerId="LiveId" clId="{20EBB3F1-9698-4C1A-B602-E84AA89A3765}" dt="2026-03-10T16:46:52.204" v="625" actId="478"/>
          <ac:spMkLst>
            <pc:docMk/>
            <pc:sldMk cId="1810694074" sldId="264"/>
            <ac:spMk id="2" creationId="{00000000-0000-0000-0000-000000000000}"/>
          </ac:spMkLst>
        </pc:spChg>
        <pc:spChg chg="add mod">
          <ac:chgData name="dilnaz b" userId="07ceac367f20b251" providerId="LiveId" clId="{20EBB3F1-9698-4C1A-B602-E84AA89A3765}" dt="2026-03-10T16:46:52.932" v="626"/>
          <ac:spMkLst>
            <pc:docMk/>
            <pc:sldMk cId="1810694074" sldId="264"/>
            <ac:spMk id="3" creationId="{758B4254-8E0B-F762-D986-5A984085C1C6}"/>
          </ac:spMkLst>
        </pc:spChg>
        <pc:spChg chg="mod">
          <ac:chgData name="dilnaz b" userId="07ceac367f20b251" providerId="LiveId" clId="{20EBB3F1-9698-4C1A-B602-E84AA89A3765}" dt="2026-03-10T17:30:52.680" v="1005" actId="20577"/>
          <ac:spMkLst>
            <pc:docMk/>
            <pc:sldMk cId="1810694074" sldId="264"/>
            <ac:spMk id="5" creationId="{00000000-0000-0000-0000-000000000000}"/>
          </ac:spMkLst>
        </pc:spChg>
        <pc:spChg chg="add mod">
          <ac:chgData name="dilnaz b" userId="07ceac367f20b251" providerId="LiveId" clId="{20EBB3F1-9698-4C1A-B602-E84AA89A3765}" dt="2026-03-10T16:46:52.932" v="626"/>
          <ac:spMkLst>
            <pc:docMk/>
            <pc:sldMk cId="1810694074" sldId="264"/>
            <ac:spMk id="7" creationId="{ECBFDA46-CBE0-4AC7-7B8F-AA26F3A16274}"/>
          </ac:spMkLst>
        </pc:spChg>
        <pc:spChg chg="del">
          <ac:chgData name="dilnaz b" userId="07ceac367f20b251" providerId="LiveId" clId="{20EBB3F1-9698-4C1A-B602-E84AA89A3765}" dt="2026-03-10T16:46:49.704" v="624" actId="478"/>
          <ac:spMkLst>
            <pc:docMk/>
            <pc:sldMk cId="1810694074" sldId="264"/>
            <ac:spMk id="8" creationId="{4E4FDA09-65BF-B797-6B52-78D1AB8FFB6F}"/>
          </ac:spMkLst>
        </pc:spChg>
        <pc:spChg chg="add mod">
          <ac:chgData name="dilnaz b" userId="07ceac367f20b251" providerId="LiveId" clId="{20EBB3F1-9698-4C1A-B602-E84AA89A3765}" dt="2026-03-10T16:49:54.209" v="663" actId="113"/>
          <ac:spMkLst>
            <pc:docMk/>
            <pc:sldMk cId="1810694074" sldId="264"/>
            <ac:spMk id="9" creationId="{ED14A2C8-F12E-C594-50AB-9C2483E70929}"/>
          </ac:spMkLst>
        </pc:spChg>
        <pc:spChg chg="add mod">
          <ac:chgData name="dilnaz b" userId="07ceac367f20b251" providerId="LiveId" clId="{20EBB3F1-9698-4C1A-B602-E84AA89A3765}" dt="2026-03-10T16:49:36.172" v="657" actId="1076"/>
          <ac:spMkLst>
            <pc:docMk/>
            <pc:sldMk cId="1810694074" sldId="264"/>
            <ac:spMk id="10" creationId="{A8950507-C58B-3A37-095D-E7F71CBF1419}"/>
          </ac:spMkLst>
        </pc:spChg>
        <pc:spChg chg="add mod">
          <ac:chgData name="dilnaz b" userId="07ceac367f20b251" providerId="LiveId" clId="{20EBB3F1-9698-4C1A-B602-E84AA89A3765}" dt="2026-03-10T16:49:08.848" v="650" actId="1076"/>
          <ac:spMkLst>
            <pc:docMk/>
            <pc:sldMk cId="1810694074" sldId="264"/>
            <ac:spMk id="11" creationId="{D3EEB1FB-7233-015D-A7E1-78C6CBDBEBDD}"/>
          </ac:spMkLst>
        </pc:spChg>
        <pc:spChg chg="add mod">
          <ac:chgData name="dilnaz b" userId="07ceac367f20b251" providerId="LiveId" clId="{20EBB3F1-9698-4C1A-B602-E84AA89A3765}" dt="2026-03-10T16:50:10.785" v="666" actId="1076"/>
          <ac:spMkLst>
            <pc:docMk/>
            <pc:sldMk cId="1810694074" sldId="264"/>
            <ac:spMk id="12" creationId="{E4F4A8AA-1E76-D5E0-43E4-48E0AE791A7B}"/>
          </ac:spMkLst>
        </pc:spChg>
        <pc:spChg chg="add del">
          <ac:chgData name="dilnaz b" userId="07ceac367f20b251" providerId="LiveId" clId="{20EBB3F1-9698-4C1A-B602-E84AA89A3765}" dt="2026-03-10T16:47:05.035" v="628" actId="478"/>
          <ac:spMkLst>
            <pc:docMk/>
            <pc:sldMk cId="1810694074" sldId="264"/>
            <ac:spMk id="14" creationId="{E3B7E11F-6598-50A6-E701-65B3289EE116}"/>
          </ac:spMkLst>
        </pc:spChg>
        <pc:graphicFrameChg chg="add mod ord modGraphic">
          <ac:chgData name="dilnaz b" userId="07ceac367f20b251" providerId="LiveId" clId="{20EBB3F1-9698-4C1A-B602-E84AA89A3765}" dt="2026-03-10T16:48:59.105" v="648" actId="14100"/>
          <ac:graphicFrameMkLst>
            <pc:docMk/>
            <pc:sldMk cId="1810694074" sldId="264"/>
            <ac:graphicFrameMk id="15" creationId="{810EE8CE-69CD-0215-A42B-B650EE2B5853}"/>
          </ac:graphicFrameMkLst>
        </pc:graphicFrameChg>
        <pc:picChg chg="del">
          <ac:chgData name="dilnaz b" userId="07ceac367f20b251" providerId="LiveId" clId="{20EBB3F1-9698-4C1A-B602-E84AA89A3765}" dt="2026-03-10T16:46:46.930" v="623" actId="478"/>
          <ac:picMkLst>
            <pc:docMk/>
            <pc:sldMk cId="1810694074" sldId="264"/>
            <ac:picMk id="6146" creationId="{9153CFE6-576D-D380-1E50-9BB5993C4D7C}"/>
          </ac:picMkLst>
        </pc:picChg>
      </pc:sldChg>
      <pc:sldChg chg="addSp delSp modSp mod delAnim modAnim">
        <pc:chgData name="dilnaz b" userId="07ceac367f20b251" providerId="LiveId" clId="{20EBB3F1-9698-4C1A-B602-E84AA89A3765}" dt="2026-03-10T17:30:42.189" v="1001" actId="20577"/>
        <pc:sldMkLst>
          <pc:docMk/>
          <pc:sldMk cId="296917779" sldId="265"/>
        </pc:sldMkLst>
        <pc:spChg chg="del">
          <ac:chgData name="dilnaz b" userId="07ceac367f20b251" providerId="LiveId" clId="{20EBB3F1-9698-4C1A-B602-E84AA89A3765}" dt="2026-03-10T16:54:57.381" v="684" actId="478"/>
          <ac:spMkLst>
            <pc:docMk/>
            <pc:sldMk cId="296917779" sldId="265"/>
            <ac:spMk id="2" creationId="{00000000-0000-0000-0000-000000000000}"/>
          </ac:spMkLst>
        </pc:spChg>
        <pc:spChg chg="add mod">
          <ac:chgData name="dilnaz b" userId="07ceac367f20b251" providerId="LiveId" clId="{20EBB3F1-9698-4C1A-B602-E84AA89A3765}" dt="2026-03-10T17:08:06.513" v="817" actId="1076"/>
          <ac:spMkLst>
            <pc:docMk/>
            <pc:sldMk cId="296917779" sldId="265"/>
            <ac:spMk id="3" creationId="{2ABC201F-87B0-5217-DF08-FA747F76C48A}"/>
          </ac:spMkLst>
        </pc:spChg>
        <pc:spChg chg="del">
          <ac:chgData name="dilnaz b" userId="07ceac367f20b251" providerId="LiveId" clId="{20EBB3F1-9698-4C1A-B602-E84AA89A3765}" dt="2026-03-10T16:54:50.459" v="682" actId="478"/>
          <ac:spMkLst>
            <pc:docMk/>
            <pc:sldMk cId="296917779" sldId="265"/>
            <ac:spMk id="5" creationId="{00000000-0000-0000-0000-000000000000}"/>
          </ac:spMkLst>
        </pc:spChg>
        <pc:spChg chg="add mod">
          <ac:chgData name="dilnaz b" userId="07ceac367f20b251" providerId="LiveId" clId="{20EBB3F1-9698-4C1A-B602-E84AA89A3765}" dt="2026-03-10T16:54:38.150" v="680"/>
          <ac:spMkLst>
            <pc:docMk/>
            <pc:sldMk cId="296917779" sldId="265"/>
            <ac:spMk id="7" creationId="{7DE22500-98F0-432F-3D57-C5CADE2436B1}"/>
          </ac:spMkLst>
        </pc:spChg>
        <pc:spChg chg="del mod">
          <ac:chgData name="dilnaz b" userId="07ceac367f20b251" providerId="LiveId" clId="{20EBB3F1-9698-4C1A-B602-E84AA89A3765}" dt="2026-03-10T16:55:00.591" v="686" actId="478"/>
          <ac:spMkLst>
            <pc:docMk/>
            <pc:sldMk cId="296917779" sldId="265"/>
            <ac:spMk id="8" creationId="{3E837936-B325-EE65-EF10-259D7A26E9DC}"/>
          </ac:spMkLst>
        </pc:spChg>
        <pc:spChg chg="add mod">
          <ac:chgData name="dilnaz b" userId="07ceac367f20b251" providerId="LiveId" clId="{20EBB3F1-9698-4C1A-B602-E84AA89A3765}" dt="2026-03-10T17:30:42.189" v="1001" actId="20577"/>
          <ac:spMkLst>
            <pc:docMk/>
            <pc:sldMk cId="296917779" sldId="265"/>
            <ac:spMk id="9" creationId="{02AE1203-5523-6C94-91F5-C7783A7CEF59}"/>
          </ac:spMkLst>
        </pc:spChg>
        <pc:spChg chg="add mod">
          <ac:chgData name="dilnaz b" userId="07ceac367f20b251" providerId="LiveId" clId="{20EBB3F1-9698-4C1A-B602-E84AA89A3765}" dt="2026-03-10T17:08:05.684" v="813"/>
          <ac:spMkLst>
            <pc:docMk/>
            <pc:sldMk cId="296917779" sldId="265"/>
            <ac:spMk id="11" creationId="{4BD740D3-68AF-E1E8-D6FF-E2ED47F722CF}"/>
          </ac:spMkLst>
        </pc:spChg>
        <pc:spChg chg="add mod">
          <ac:chgData name="dilnaz b" userId="07ceac367f20b251" providerId="LiveId" clId="{20EBB3F1-9698-4C1A-B602-E84AA89A3765}" dt="2026-03-10T17:08:05.188" v="811"/>
          <ac:spMkLst>
            <pc:docMk/>
            <pc:sldMk cId="296917779" sldId="265"/>
            <ac:spMk id="12" creationId="{403638AF-ED90-4013-BEA9-DD019E04B0D1}"/>
          </ac:spMkLst>
        </pc:spChg>
        <pc:spChg chg="add mod">
          <ac:chgData name="dilnaz b" userId="07ceac367f20b251" providerId="LiveId" clId="{20EBB3F1-9698-4C1A-B602-E84AA89A3765}" dt="2026-03-10T17:08:06.122" v="815"/>
          <ac:spMkLst>
            <pc:docMk/>
            <pc:sldMk cId="296917779" sldId="265"/>
            <ac:spMk id="13" creationId="{9B030572-19ED-FA07-881E-C572459E9D28}"/>
          </ac:spMkLst>
        </pc:spChg>
        <pc:spChg chg="add mod">
          <ac:chgData name="dilnaz b" userId="07ceac367f20b251" providerId="LiveId" clId="{20EBB3F1-9698-4C1A-B602-E84AA89A3765}" dt="2026-03-10T17:08:04.715" v="809"/>
          <ac:spMkLst>
            <pc:docMk/>
            <pc:sldMk cId="296917779" sldId="265"/>
            <ac:spMk id="14" creationId="{7A0944B3-88BD-D3A7-7C61-087D904A2C52}"/>
          </ac:spMkLst>
        </pc:spChg>
        <pc:spChg chg="add del">
          <ac:chgData name="dilnaz b" userId="07ceac367f20b251" providerId="LiveId" clId="{20EBB3F1-9698-4C1A-B602-E84AA89A3765}" dt="2026-03-10T16:55:12.328" v="689" actId="22"/>
          <ac:spMkLst>
            <pc:docMk/>
            <pc:sldMk cId="296917779" sldId="265"/>
            <ac:spMk id="16" creationId="{F13A03A4-20DA-B393-9138-5C18859477F8}"/>
          </ac:spMkLst>
        </pc:spChg>
        <pc:spChg chg="add mod">
          <ac:chgData name="dilnaz b" userId="07ceac367f20b251" providerId="LiveId" clId="{20EBB3F1-9698-4C1A-B602-E84AA89A3765}" dt="2026-03-10T17:08:06.965" v="818"/>
          <ac:spMkLst>
            <pc:docMk/>
            <pc:sldMk cId="296917779" sldId="265"/>
            <ac:spMk id="17" creationId="{34F09D5E-4F59-6445-1902-E2921D36578C}"/>
          </ac:spMkLst>
        </pc:spChg>
        <pc:spChg chg="add mod">
          <ac:chgData name="dilnaz b" userId="07ceac367f20b251" providerId="LiveId" clId="{20EBB3F1-9698-4C1A-B602-E84AA89A3765}" dt="2026-03-10T16:59:12.727" v="786"/>
          <ac:spMkLst>
            <pc:docMk/>
            <pc:sldMk cId="296917779" sldId="265"/>
            <ac:spMk id="18" creationId="{5075A529-F460-190E-8C4B-27FADC95C682}"/>
          </ac:spMkLst>
        </pc:spChg>
        <pc:spChg chg="add mod">
          <ac:chgData name="dilnaz b" userId="07ceac367f20b251" providerId="LiveId" clId="{20EBB3F1-9698-4C1A-B602-E84AA89A3765}" dt="2026-03-10T16:59:12.727" v="786"/>
          <ac:spMkLst>
            <pc:docMk/>
            <pc:sldMk cId="296917779" sldId="265"/>
            <ac:spMk id="19" creationId="{A99A7290-4813-8E7A-70FF-B9525BB8F467}"/>
          </ac:spMkLst>
        </pc:spChg>
        <pc:spChg chg="add mod">
          <ac:chgData name="dilnaz b" userId="07ceac367f20b251" providerId="LiveId" clId="{20EBB3F1-9698-4C1A-B602-E84AA89A3765}" dt="2026-03-10T16:59:12.727" v="786"/>
          <ac:spMkLst>
            <pc:docMk/>
            <pc:sldMk cId="296917779" sldId="265"/>
            <ac:spMk id="20" creationId="{1C547D54-7D3F-478F-4AA0-AD354454AA77}"/>
          </ac:spMkLst>
        </pc:spChg>
        <pc:spChg chg="add mod">
          <ac:chgData name="dilnaz b" userId="07ceac367f20b251" providerId="LiveId" clId="{20EBB3F1-9698-4C1A-B602-E84AA89A3765}" dt="2026-03-10T16:59:12.727" v="786"/>
          <ac:spMkLst>
            <pc:docMk/>
            <pc:sldMk cId="296917779" sldId="265"/>
            <ac:spMk id="21" creationId="{52ED223A-5DF4-FFEF-0843-A02FE313DE41}"/>
          </ac:spMkLst>
        </pc:spChg>
        <pc:spChg chg="add mod">
          <ac:chgData name="dilnaz b" userId="07ceac367f20b251" providerId="LiveId" clId="{20EBB3F1-9698-4C1A-B602-E84AA89A3765}" dt="2026-03-10T16:59:12.727" v="786"/>
          <ac:spMkLst>
            <pc:docMk/>
            <pc:sldMk cId="296917779" sldId="265"/>
            <ac:spMk id="23" creationId="{7D4CBD29-FFB6-1A3F-A42A-CB6B047FABA8}"/>
          </ac:spMkLst>
        </pc:spChg>
        <pc:spChg chg="add mod">
          <ac:chgData name="dilnaz b" userId="07ceac367f20b251" providerId="LiveId" clId="{20EBB3F1-9698-4C1A-B602-E84AA89A3765}" dt="2026-03-10T16:59:12.727" v="786"/>
          <ac:spMkLst>
            <pc:docMk/>
            <pc:sldMk cId="296917779" sldId="265"/>
            <ac:spMk id="24" creationId="{B0695E1A-DBE9-4968-E650-ACBAD882748C}"/>
          </ac:spMkLst>
        </pc:spChg>
        <pc:spChg chg="add mod">
          <ac:chgData name="dilnaz b" userId="07ceac367f20b251" providerId="LiveId" clId="{20EBB3F1-9698-4C1A-B602-E84AA89A3765}" dt="2026-03-10T16:59:12.727" v="786"/>
          <ac:spMkLst>
            <pc:docMk/>
            <pc:sldMk cId="296917779" sldId="265"/>
            <ac:spMk id="25" creationId="{C0018D02-570B-7EBF-495C-7E4145C3B9E7}"/>
          </ac:spMkLst>
        </pc:spChg>
        <pc:spChg chg="add mod">
          <ac:chgData name="dilnaz b" userId="07ceac367f20b251" providerId="LiveId" clId="{20EBB3F1-9698-4C1A-B602-E84AA89A3765}" dt="2026-03-10T16:59:12.727" v="786"/>
          <ac:spMkLst>
            <pc:docMk/>
            <pc:sldMk cId="296917779" sldId="265"/>
            <ac:spMk id="26" creationId="{926D9EA4-AD11-8512-3B37-688C8A5DDA47}"/>
          </ac:spMkLst>
        </pc:spChg>
        <pc:graphicFrameChg chg="add mod modGraphic">
          <ac:chgData name="dilnaz b" userId="07ceac367f20b251" providerId="LiveId" clId="{20EBB3F1-9698-4C1A-B602-E84AA89A3765}" dt="2026-03-10T16:56:39.118" v="708" actId="14100"/>
          <ac:graphicFrameMkLst>
            <pc:docMk/>
            <pc:sldMk cId="296917779" sldId="265"/>
            <ac:graphicFrameMk id="10" creationId="{2D0A7FFF-D870-D1CD-D6D8-359861AF6C76}"/>
          </ac:graphicFrameMkLst>
        </pc:graphicFrameChg>
        <pc:graphicFrameChg chg="add mod">
          <ac:chgData name="dilnaz b" userId="07ceac367f20b251" providerId="LiveId" clId="{20EBB3F1-9698-4C1A-B602-E84AA89A3765}" dt="2026-03-10T16:59:12.727" v="786"/>
          <ac:graphicFrameMkLst>
            <pc:docMk/>
            <pc:sldMk cId="296917779" sldId="265"/>
            <ac:graphicFrameMk id="22" creationId="{FC59C287-7C16-8A91-3691-A406447E8094}"/>
          </ac:graphicFrameMkLst>
        </pc:graphicFrameChg>
        <pc:picChg chg="del">
          <ac:chgData name="dilnaz b" userId="07ceac367f20b251" providerId="LiveId" clId="{20EBB3F1-9698-4C1A-B602-E84AA89A3765}" dt="2026-03-10T16:55:02.213" v="687" actId="478"/>
          <ac:picMkLst>
            <pc:docMk/>
            <pc:sldMk cId="296917779" sldId="265"/>
            <ac:picMk id="7170" creationId="{715EDE25-9CDC-1081-CB40-B859858DE8B1}"/>
          </ac:picMkLst>
        </pc:picChg>
      </pc:sldChg>
      <pc:sldChg chg="addSp delSp modSp mod delAnim modAnim">
        <pc:chgData name="dilnaz b" userId="07ceac367f20b251" providerId="LiveId" clId="{20EBB3F1-9698-4C1A-B602-E84AA89A3765}" dt="2026-03-10T17:21:06.792" v="943" actId="1076"/>
        <pc:sldMkLst>
          <pc:docMk/>
          <pc:sldMk cId="1540878660" sldId="266"/>
        </pc:sldMkLst>
        <pc:spChg chg="del">
          <ac:chgData name="dilnaz b" userId="07ceac367f20b251" providerId="LiveId" clId="{20EBB3F1-9698-4C1A-B602-E84AA89A3765}" dt="2026-03-10T17:09:16.439" v="824" actId="478"/>
          <ac:spMkLst>
            <pc:docMk/>
            <pc:sldMk cId="1540878660" sldId="266"/>
            <ac:spMk id="2" creationId="{00000000-0000-0000-0000-000000000000}"/>
          </ac:spMkLst>
        </pc:spChg>
        <pc:spChg chg="del">
          <ac:chgData name="dilnaz b" userId="07ceac367f20b251" providerId="LiveId" clId="{20EBB3F1-9698-4C1A-B602-E84AA89A3765}" dt="2026-03-10T17:09:10.862" v="822" actId="478"/>
          <ac:spMkLst>
            <pc:docMk/>
            <pc:sldMk cId="1540878660" sldId="266"/>
            <ac:spMk id="5" creationId="{00000000-0000-0000-0000-000000000000}"/>
          </ac:spMkLst>
        </pc:spChg>
        <pc:spChg chg="add del">
          <ac:chgData name="dilnaz b" userId="07ceac367f20b251" providerId="LiveId" clId="{20EBB3F1-9698-4C1A-B602-E84AA89A3765}" dt="2026-03-10T17:08:27.013" v="821" actId="478"/>
          <ac:spMkLst>
            <pc:docMk/>
            <pc:sldMk cId="1540878660" sldId="266"/>
            <ac:spMk id="7" creationId="{87C44799-0840-4CCE-FD10-C47C4D5F7A7A}"/>
          </ac:spMkLst>
        </pc:spChg>
        <pc:spChg chg="del">
          <ac:chgData name="dilnaz b" userId="07ceac367f20b251" providerId="LiveId" clId="{20EBB3F1-9698-4C1A-B602-E84AA89A3765}" dt="2026-03-10T17:09:13.599" v="823" actId="478"/>
          <ac:spMkLst>
            <pc:docMk/>
            <pc:sldMk cId="1540878660" sldId="266"/>
            <ac:spMk id="8" creationId="{1A2EF3DA-798D-3551-2CDC-17D91CAD5DBF}"/>
          </ac:spMkLst>
        </pc:spChg>
        <pc:spChg chg="add mod">
          <ac:chgData name="dilnaz b" userId="07ceac367f20b251" providerId="LiveId" clId="{20EBB3F1-9698-4C1A-B602-E84AA89A3765}" dt="2026-03-10T17:09:19.646" v="826"/>
          <ac:spMkLst>
            <pc:docMk/>
            <pc:sldMk cId="1540878660" sldId="266"/>
            <ac:spMk id="9" creationId="{9A5FF5F8-616C-21EE-F758-F42FD493AA8C}"/>
          </ac:spMkLst>
        </pc:spChg>
        <pc:spChg chg="add mod">
          <ac:chgData name="dilnaz b" userId="07ceac367f20b251" providerId="LiveId" clId="{20EBB3F1-9698-4C1A-B602-E84AA89A3765}" dt="2026-03-10T17:21:06.792" v="943" actId="1076"/>
          <ac:spMkLst>
            <pc:docMk/>
            <pc:sldMk cId="1540878660" sldId="266"/>
            <ac:spMk id="10" creationId="{8D2DDF12-5274-6160-69CA-3E2CAC8C42A4}"/>
          </ac:spMkLst>
        </pc:spChg>
        <pc:spChg chg="add mod">
          <ac:chgData name="dilnaz b" userId="07ceac367f20b251" providerId="LiveId" clId="{20EBB3F1-9698-4C1A-B602-E84AA89A3765}" dt="2026-03-10T17:09:38.283" v="830" actId="1076"/>
          <ac:spMkLst>
            <pc:docMk/>
            <pc:sldMk cId="1540878660" sldId="266"/>
            <ac:spMk id="11" creationId="{DD0CA18A-10A0-93D4-0424-749E8A240805}"/>
          </ac:spMkLst>
        </pc:spChg>
        <pc:spChg chg="add mod">
          <ac:chgData name="dilnaz b" userId="07ceac367f20b251" providerId="LiveId" clId="{20EBB3F1-9698-4C1A-B602-E84AA89A3765}" dt="2026-03-10T17:10:29.996" v="838" actId="113"/>
          <ac:spMkLst>
            <pc:docMk/>
            <pc:sldMk cId="1540878660" sldId="266"/>
            <ac:spMk id="13" creationId="{7D551EA7-DC18-91A9-8EDA-47A8F3318122}"/>
          </ac:spMkLst>
        </pc:spChg>
        <pc:spChg chg="add mod">
          <ac:chgData name="dilnaz b" userId="07ceac367f20b251" providerId="LiveId" clId="{20EBB3F1-9698-4C1A-B602-E84AA89A3765}" dt="2026-03-10T17:11:23.281" v="841" actId="113"/>
          <ac:spMkLst>
            <pc:docMk/>
            <pc:sldMk cId="1540878660" sldId="266"/>
            <ac:spMk id="14" creationId="{4CC7D684-BC3F-98A4-0B09-65CDF8307CC1}"/>
          </ac:spMkLst>
        </pc:spChg>
        <pc:spChg chg="add mod">
          <ac:chgData name="dilnaz b" userId="07ceac367f20b251" providerId="LiveId" clId="{20EBB3F1-9698-4C1A-B602-E84AA89A3765}" dt="2026-03-10T17:10:21.476" v="836" actId="1076"/>
          <ac:spMkLst>
            <pc:docMk/>
            <pc:sldMk cId="1540878660" sldId="266"/>
            <ac:spMk id="15" creationId="{BE2AF022-D69F-2898-82B4-97B2CDB6B725}"/>
          </ac:spMkLst>
        </pc:spChg>
        <pc:spChg chg="add mod">
          <ac:chgData name="dilnaz b" userId="07ceac367f20b251" providerId="LiveId" clId="{20EBB3F1-9698-4C1A-B602-E84AA89A3765}" dt="2026-03-10T17:11:31.782" v="843" actId="113"/>
          <ac:spMkLst>
            <pc:docMk/>
            <pc:sldMk cId="1540878660" sldId="266"/>
            <ac:spMk id="16" creationId="{BEAAE4C7-33FD-6C95-D8A7-5AAA876997BB}"/>
          </ac:spMkLst>
        </pc:spChg>
        <pc:spChg chg="add mod">
          <ac:chgData name="dilnaz b" userId="07ceac367f20b251" providerId="LiveId" clId="{20EBB3F1-9698-4C1A-B602-E84AA89A3765}" dt="2026-03-10T17:21:03.268" v="941" actId="1076"/>
          <ac:spMkLst>
            <pc:docMk/>
            <pc:sldMk cId="1540878660" sldId="266"/>
            <ac:spMk id="17" creationId="{A1582CD1-46A2-B2EA-D801-E6F5964816B3}"/>
          </ac:spMkLst>
        </pc:spChg>
        <pc:graphicFrameChg chg="add mod">
          <ac:chgData name="dilnaz b" userId="07ceac367f20b251" providerId="LiveId" clId="{20EBB3F1-9698-4C1A-B602-E84AA89A3765}" dt="2026-03-10T17:09:19.646" v="826"/>
          <ac:graphicFrameMkLst>
            <pc:docMk/>
            <pc:sldMk cId="1540878660" sldId="266"/>
            <ac:graphicFrameMk id="12" creationId="{70BDA501-39D2-B8D4-708A-2A24A2F9E99F}"/>
          </ac:graphicFrameMkLst>
        </pc:graphicFrameChg>
        <pc:picChg chg="del">
          <ac:chgData name="dilnaz b" userId="07ceac367f20b251" providerId="LiveId" clId="{20EBB3F1-9698-4C1A-B602-E84AA89A3765}" dt="2026-03-10T17:09:18.064" v="825" actId="478"/>
          <ac:picMkLst>
            <pc:docMk/>
            <pc:sldMk cId="1540878660" sldId="266"/>
            <ac:picMk id="8194" creationId="{DB63ABAA-A378-026E-B7FC-A0F15BE18190}"/>
          </ac:picMkLst>
        </pc:picChg>
      </pc:sldChg>
      <pc:sldChg chg="del mod modShow">
        <pc:chgData name="dilnaz b" userId="07ceac367f20b251" providerId="LiveId" clId="{20EBB3F1-9698-4C1A-B602-E84AA89A3765}" dt="2026-03-10T17:36:45.808" v="1070" actId="47"/>
        <pc:sldMkLst>
          <pc:docMk/>
          <pc:sldMk cId="229737463" sldId="267"/>
        </pc:sldMkLst>
      </pc:sldChg>
      <pc:sldChg chg="del mod modShow">
        <pc:chgData name="dilnaz b" userId="07ceac367f20b251" providerId="LiveId" clId="{20EBB3F1-9698-4C1A-B602-E84AA89A3765}" dt="2026-03-10T17:36:45.808" v="1070" actId="47"/>
        <pc:sldMkLst>
          <pc:docMk/>
          <pc:sldMk cId="3901164682" sldId="268"/>
        </pc:sldMkLst>
      </pc:sldChg>
      <pc:sldChg chg="addSp delSp modSp mod delAnim modAnim">
        <pc:chgData name="dilnaz b" userId="07ceac367f20b251" providerId="LiveId" clId="{20EBB3F1-9698-4C1A-B602-E84AA89A3765}" dt="2026-03-10T17:44:40.592" v="1125"/>
        <pc:sldMkLst>
          <pc:docMk/>
          <pc:sldMk cId="1519948921" sldId="271"/>
        </pc:sldMkLst>
        <pc:spChg chg="mod">
          <ac:chgData name="dilnaz b" userId="07ceac367f20b251" providerId="LiveId" clId="{20EBB3F1-9698-4C1A-B602-E84AA89A3765}" dt="2026-03-10T17:20:54.818" v="939" actId="1076"/>
          <ac:spMkLst>
            <pc:docMk/>
            <pc:sldMk cId="1519948921" sldId="271"/>
            <ac:spMk id="2" creationId="{00000000-0000-0000-0000-000000000000}"/>
          </ac:spMkLst>
        </pc:spChg>
        <pc:spChg chg="add del mod">
          <ac:chgData name="dilnaz b" userId="07ceac367f20b251" providerId="LiveId" clId="{20EBB3F1-9698-4C1A-B602-E84AA89A3765}" dt="2026-03-10T17:39:33.983" v="1084" actId="478"/>
          <ac:spMkLst>
            <pc:docMk/>
            <pc:sldMk cId="1519948921" sldId="271"/>
            <ac:spMk id="3" creationId="{E8171AD7-82F9-790C-942A-D8A147602233}"/>
          </ac:spMkLst>
        </pc:spChg>
        <pc:spChg chg="add del mod">
          <ac:chgData name="dilnaz b" userId="07ceac367f20b251" providerId="LiveId" clId="{20EBB3F1-9698-4C1A-B602-E84AA89A3765}" dt="2026-03-10T17:43:58.194" v="1116" actId="1076"/>
          <ac:spMkLst>
            <pc:docMk/>
            <pc:sldMk cId="1519948921" sldId="271"/>
            <ac:spMk id="4" creationId="{00000000-0000-0000-0000-000000000000}"/>
          </ac:spMkLst>
        </pc:spChg>
        <pc:spChg chg="del">
          <ac:chgData name="dilnaz b" userId="07ceac367f20b251" providerId="LiveId" clId="{20EBB3F1-9698-4C1A-B602-E84AA89A3765}" dt="2026-03-10T17:24:12.903" v="970" actId="478"/>
          <ac:spMkLst>
            <pc:docMk/>
            <pc:sldMk cId="1519948921" sldId="271"/>
            <ac:spMk id="5" creationId="{00000000-0000-0000-0000-000000000000}"/>
          </ac:spMkLst>
        </pc:spChg>
        <pc:spChg chg="add del mod">
          <ac:chgData name="dilnaz b" userId="07ceac367f20b251" providerId="LiveId" clId="{20EBB3F1-9698-4C1A-B602-E84AA89A3765}" dt="2026-03-10T17:44:00.274" v="1117" actId="478"/>
          <ac:spMkLst>
            <pc:docMk/>
            <pc:sldMk cId="1519948921" sldId="271"/>
            <ac:spMk id="7" creationId="{2D690CA8-5837-F124-BA6B-74F8CA636556}"/>
          </ac:spMkLst>
        </pc:spChg>
        <pc:spChg chg="mod">
          <ac:chgData name="dilnaz b" userId="07ceac367f20b251" providerId="LiveId" clId="{20EBB3F1-9698-4C1A-B602-E84AA89A3765}" dt="2026-03-10T17:20:49.279" v="937" actId="123"/>
          <ac:spMkLst>
            <pc:docMk/>
            <pc:sldMk cId="1519948921" sldId="271"/>
            <ac:spMk id="8" creationId="{5D248A9D-3D81-988C-D675-EF18D00CC1F2}"/>
          </ac:spMkLst>
        </pc:spChg>
        <pc:spChg chg="add del mod">
          <ac:chgData name="dilnaz b" userId="07ceac367f20b251" providerId="LiveId" clId="{20EBB3F1-9698-4C1A-B602-E84AA89A3765}" dt="2026-03-10T17:21:27.155" v="946" actId="478"/>
          <ac:spMkLst>
            <pc:docMk/>
            <pc:sldMk cId="1519948921" sldId="271"/>
            <ac:spMk id="9" creationId="{C6A6DA43-4048-D6F4-532C-5C492D23D538}"/>
          </ac:spMkLst>
        </pc:spChg>
        <pc:spChg chg="add mod">
          <ac:chgData name="dilnaz b" userId="07ceac367f20b251" providerId="LiveId" clId="{20EBB3F1-9698-4C1A-B602-E84AA89A3765}" dt="2026-03-10T17:21:22.710" v="944"/>
          <ac:spMkLst>
            <pc:docMk/>
            <pc:sldMk cId="1519948921" sldId="271"/>
            <ac:spMk id="11" creationId="{981CD18E-18EA-A7D0-9A94-723F93380481}"/>
          </ac:spMkLst>
        </pc:spChg>
        <pc:spChg chg="add mod">
          <ac:chgData name="dilnaz b" userId="07ceac367f20b251" providerId="LiveId" clId="{20EBB3F1-9698-4C1A-B602-E84AA89A3765}" dt="2026-03-10T17:21:22.710" v="944"/>
          <ac:spMkLst>
            <pc:docMk/>
            <pc:sldMk cId="1519948921" sldId="271"/>
            <ac:spMk id="12" creationId="{291917FC-E353-7574-BDA1-D4682200012E}"/>
          </ac:spMkLst>
        </pc:spChg>
        <pc:spChg chg="add mod">
          <ac:chgData name="dilnaz b" userId="07ceac367f20b251" providerId="LiveId" clId="{20EBB3F1-9698-4C1A-B602-E84AA89A3765}" dt="2026-03-10T17:21:22.710" v="944"/>
          <ac:spMkLst>
            <pc:docMk/>
            <pc:sldMk cId="1519948921" sldId="271"/>
            <ac:spMk id="13" creationId="{3A23FBAF-F409-EA5E-AECA-58AD0B3EADBF}"/>
          </ac:spMkLst>
        </pc:spChg>
        <pc:spChg chg="add mod">
          <ac:chgData name="dilnaz b" userId="07ceac367f20b251" providerId="LiveId" clId="{20EBB3F1-9698-4C1A-B602-E84AA89A3765}" dt="2026-03-10T17:21:22.710" v="944"/>
          <ac:spMkLst>
            <pc:docMk/>
            <pc:sldMk cId="1519948921" sldId="271"/>
            <ac:spMk id="14" creationId="{D76E1B4D-E7BF-44CD-65AB-DB55185AE24D}"/>
          </ac:spMkLst>
        </pc:spChg>
        <pc:spChg chg="add del mod">
          <ac:chgData name="dilnaz b" userId="07ceac367f20b251" providerId="LiveId" clId="{20EBB3F1-9698-4C1A-B602-E84AA89A3765}" dt="2026-03-10T17:38:12.461" v="1078" actId="478"/>
          <ac:spMkLst>
            <pc:docMk/>
            <pc:sldMk cId="1519948921" sldId="271"/>
            <ac:spMk id="15" creationId="{F548FADC-0CD5-7E2F-7DA2-2E0F530B6CD2}"/>
          </ac:spMkLst>
        </pc:spChg>
        <pc:spChg chg="add mod">
          <ac:chgData name="dilnaz b" userId="07ceac367f20b251" providerId="LiveId" clId="{20EBB3F1-9698-4C1A-B602-E84AA89A3765}" dt="2026-03-10T17:38:32.879" v="1081" actId="1076"/>
          <ac:spMkLst>
            <pc:docMk/>
            <pc:sldMk cId="1519948921" sldId="271"/>
            <ac:spMk id="16" creationId="{0CF916DC-C3B3-F618-E88F-BA09B9F1327D}"/>
          </ac:spMkLst>
        </pc:spChg>
        <pc:spChg chg="add del mod">
          <ac:chgData name="dilnaz b" userId="07ceac367f20b251" providerId="LiveId" clId="{20EBB3F1-9698-4C1A-B602-E84AA89A3765}" dt="2026-03-10T17:38:10.759" v="1077" actId="478"/>
          <ac:spMkLst>
            <pc:docMk/>
            <pc:sldMk cId="1519948921" sldId="271"/>
            <ac:spMk id="17" creationId="{D5EF659B-1C30-EDF7-3416-F99EE6E33EAF}"/>
          </ac:spMkLst>
        </pc:spChg>
        <pc:spChg chg="add del mod">
          <ac:chgData name="dilnaz b" userId="07ceac367f20b251" providerId="LiveId" clId="{20EBB3F1-9698-4C1A-B602-E84AA89A3765}" dt="2026-03-10T17:38:08.357" v="1076" actId="478"/>
          <ac:spMkLst>
            <pc:docMk/>
            <pc:sldMk cId="1519948921" sldId="271"/>
            <ac:spMk id="18" creationId="{1C71221F-F060-0EBC-CDA9-9314C2C25AB1}"/>
          </ac:spMkLst>
        </pc:spChg>
        <pc:spChg chg="add del mod">
          <ac:chgData name="dilnaz b" userId="07ceac367f20b251" providerId="LiveId" clId="{20EBB3F1-9698-4C1A-B602-E84AA89A3765}" dt="2026-03-10T17:43:55.157" v="1115" actId="478"/>
          <ac:spMkLst>
            <pc:docMk/>
            <pc:sldMk cId="1519948921" sldId="271"/>
            <ac:spMk id="19" creationId="{F78E248D-7989-DAEA-1CEC-EDDCA23AEB2C}"/>
          </ac:spMkLst>
        </pc:spChg>
        <pc:spChg chg="add mod">
          <ac:chgData name="dilnaz b" userId="07ceac367f20b251" providerId="LiveId" clId="{20EBB3F1-9698-4C1A-B602-E84AA89A3765}" dt="2026-03-10T17:23:59.379" v="968"/>
          <ac:spMkLst>
            <pc:docMk/>
            <pc:sldMk cId="1519948921" sldId="271"/>
            <ac:spMk id="21" creationId="{4C7B36AB-5685-0022-624C-823E88A88601}"/>
          </ac:spMkLst>
        </pc:spChg>
        <pc:spChg chg="add mod">
          <ac:chgData name="dilnaz b" userId="07ceac367f20b251" providerId="LiveId" clId="{20EBB3F1-9698-4C1A-B602-E84AA89A3765}" dt="2026-03-10T17:23:59.379" v="968"/>
          <ac:spMkLst>
            <pc:docMk/>
            <pc:sldMk cId="1519948921" sldId="271"/>
            <ac:spMk id="22" creationId="{872FE2AE-4D01-353E-4A2C-EECE0115DC9B}"/>
          </ac:spMkLst>
        </pc:spChg>
        <pc:spChg chg="add mod">
          <ac:chgData name="dilnaz b" userId="07ceac367f20b251" providerId="LiveId" clId="{20EBB3F1-9698-4C1A-B602-E84AA89A3765}" dt="2026-03-10T17:23:59.379" v="968"/>
          <ac:spMkLst>
            <pc:docMk/>
            <pc:sldMk cId="1519948921" sldId="271"/>
            <ac:spMk id="23" creationId="{69E0362A-8D81-6617-AB74-0C645D49FC3B}"/>
          </ac:spMkLst>
        </pc:spChg>
        <pc:spChg chg="add mod">
          <ac:chgData name="dilnaz b" userId="07ceac367f20b251" providerId="LiveId" clId="{20EBB3F1-9698-4C1A-B602-E84AA89A3765}" dt="2026-03-10T17:23:59.379" v="968"/>
          <ac:spMkLst>
            <pc:docMk/>
            <pc:sldMk cId="1519948921" sldId="271"/>
            <ac:spMk id="24" creationId="{07A23FC9-FE32-933F-DE55-5C6BE2479C08}"/>
          </ac:spMkLst>
        </pc:spChg>
        <pc:graphicFrameChg chg="add mod">
          <ac:chgData name="dilnaz b" userId="07ceac367f20b251" providerId="LiveId" clId="{20EBB3F1-9698-4C1A-B602-E84AA89A3765}" dt="2026-03-10T17:21:22.710" v="944"/>
          <ac:graphicFrameMkLst>
            <pc:docMk/>
            <pc:sldMk cId="1519948921" sldId="271"/>
            <ac:graphicFrameMk id="10" creationId="{411DFE3D-1CB6-FDC6-DA51-7A57439D562F}"/>
          </ac:graphicFrameMkLst>
        </pc:graphicFrameChg>
        <pc:graphicFrameChg chg="add mod">
          <ac:chgData name="dilnaz b" userId="07ceac367f20b251" providerId="LiveId" clId="{20EBB3F1-9698-4C1A-B602-E84AA89A3765}" dt="2026-03-10T17:23:59.379" v="968"/>
          <ac:graphicFrameMkLst>
            <pc:docMk/>
            <pc:sldMk cId="1519948921" sldId="271"/>
            <ac:graphicFrameMk id="20" creationId="{4748DA91-DF13-2503-E718-68CCEE416D00}"/>
          </ac:graphicFrameMkLst>
        </pc:graphicFrameChg>
        <pc:picChg chg="del mod">
          <ac:chgData name="dilnaz b" userId="07ceac367f20b251" providerId="LiveId" clId="{20EBB3F1-9698-4C1A-B602-E84AA89A3765}" dt="2026-03-10T17:20:42.979" v="935" actId="478"/>
          <ac:picMkLst>
            <pc:docMk/>
            <pc:sldMk cId="1519948921" sldId="271"/>
            <ac:picMk id="11266" creationId="{19024982-CE4C-262D-335B-3DB863F15F73}"/>
          </ac:picMkLst>
        </pc:picChg>
      </pc:sldChg>
      <pc:sldChg chg="addSp delSp modSp mod delAnim modAnim">
        <pc:chgData name="dilnaz b" userId="07ceac367f20b251" providerId="LiveId" clId="{20EBB3F1-9698-4C1A-B602-E84AA89A3765}" dt="2026-03-10T17:43:47.802" v="1114"/>
        <pc:sldMkLst>
          <pc:docMk/>
          <pc:sldMk cId="2748451453" sldId="272"/>
        </pc:sldMkLst>
        <pc:spChg chg="del">
          <ac:chgData name="dilnaz b" userId="07ceac367f20b251" providerId="LiveId" clId="{20EBB3F1-9698-4C1A-B602-E84AA89A3765}" dt="2026-03-10T17:22:07.710" v="955" actId="478"/>
          <ac:spMkLst>
            <pc:docMk/>
            <pc:sldMk cId="2748451453" sldId="272"/>
            <ac:spMk id="2" creationId="{00000000-0000-0000-0000-000000000000}"/>
          </ac:spMkLst>
        </pc:spChg>
        <pc:spChg chg="add del mod">
          <ac:chgData name="dilnaz b" userId="07ceac367f20b251" providerId="LiveId" clId="{20EBB3F1-9698-4C1A-B602-E84AA89A3765}" dt="2026-03-10T17:22:13.055" v="956" actId="1076"/>
          <ac:spMkLst>
            <pc:docMk/>
            <pc:sldMk cId="2748451453" sldId="272"/>
            <ac:spMk id="3" creationId="{D26E2EDD-EEAB-FB9B-0515-5E6E0B761872}"/>
          </ac:spMkLst>
        </pc:spChg>
        <pc:spChg chg="del">
          <ac:chgData name="dilnaz b" userId="07ceac367f20b251" providerId="LiveId" clId="{20EBB3F1-9698-4C1A-B602-E84AA89A3765}" dt="2026-03-10T17:42:42.231" v="1107" actId="478"/>
          <ac:spMkLst>
            <pc:docMk/>
            <pc:sldMk cId="2748451453" sldId="272"/>
            <ac:spMk id="4" creationId="{00000000-0000-0000-0000-000000000000}"/>
          </ac:spMkLst>
        </pc:spChg>
        <pc:spChg chg="mod">
          <ac:chgData name="dilnaz b" userId="07ceac367f20b251" providerId="LiveId" clId="{20EBB3F1-9698-4C1A-B602-E84AA89A3765}" dt="2026-03-10T17:29:39.800" v="991" actId="113"/>
          <ac:spMkLst>
            <pc:docMk/>
            <pc:sldMk cId="2748451453" sldId="272"/>
            <ac:spMk id="5" creationId="{00000000-0000-0000-0000-000000000000}"/>
          </ac:spMkLst>
        </pc:spChg>
        <pc:spChg chg="add del mod">
          <ac:chgData name="dilnaz b" userId="07ceac367f20b251" providerId="LiveId" clId="{20EBB3F1-9698-4C1A-B602-E84AA89A3765}" dt="2026-03-10T17:42:39.948" v="1106" actId="478"/>
          <ac:spMkLst>
            <pc:docMk/>
            <pc:sldMk cId="2748451453" sldId="272"/>
            <ac:spMk id="7" creationId="{482B2032-3831-E117-8315-D2F69D4CDD04}"/>
          </ac:spMkLst>
        </pc:spChg>
        <pc:spChg chg="del">
          <ac:chgData name="dilnaz b" userId="07ceac367f20b251" providerId="LiveId" clId="{20EBB3F1-9698-4C1A-B602-E84AA89A3765}" dt="2026-03-10T17:21:50.863" v="950" actId="478"/>
          <ac:spMkLst>
            <pc:docMk/>
            <pc:sldMk cId="2748451453" sldId="272"/>
            <ac:spMk id="8" creationId="{616BCB16-092F-1378-AF48-B40FB33842ED}"/>
          </ac:spMkLst>
        </pc:spChg>
        <pc:spChg chg="add del mod">
          <ac:chgData name="dilnaz b" userId="07ceac367f20b251" providerId="LiveId" clId="{20EBB3F1-9698-4C1A-B602-E84AA89A3765}" dt="2026-03-10T17:21:53.502" v="951" actId="478"/>
          <ac:spMkLst>
            <pc:docMk/>
            <pc:sldMk cId="2748451453" sldId="272"/>
            <ac:spMk id="9" creationId="{12484109-BBE4-CE70-3945-C1A63BC1F28A}"/>
          </ac:spMkLst>
        </pc:spChg>
        <pc:spChg chg="add del mod">
          <ac:chgData name="dilnaz b" userId="07ceac367f20b251" providerId="LiveId" clId="{20EBB3F1-9698-4C1A-B602-E84AA89A3765}" dt="2026-03-10T17:21:44.354" v="948" actId="478"/>
          <ac:spMkLst>
            <pc:docMk/>
            <pc:sldMk cId="2748451453" sldId="272"/>
            <ac:spMk id="10" creationId="{1C869CD1-86B5-09F9-B5F0-BECBC449AC53}"/>
          </ac:spMkLst>
        </pc:spChg>
        <pc:spChg chg="add mod">
          <ac:chgData name="dilnaz b" userId="07ceac367f20b251" providerId="LiveId" clId="{20EBB3F1-9698-4C1A-B602-E84AA89A3765}" dt="2026-03-10T17:24:45.429" v="974"/>
          <ac:spMkLst>
            <pc:docMk/>
            <pc:sldMk cId="2748451453" sldId="272"/>
            <ac:spMk id="11" creationId="{1A476716-2ABC-548B-C914-5BE9874E3F2D}"/>
          </ac:spMkLst>
        </pc:spChg>
        <pc:spChg chg="add del mod">
          <ac:chgData name="dilnaz b" userId="07ceac367f20b251" providerId="LiveId" clId="{20EBB3F1-9698-4C1A-B602-E84AA89A3765}" dt="2026-03-10T17:42:38.319" v="1105" actId="478"/>
          <ac:spMkLst>
            <pc:docMk/>
            <pc:sldMk cId="2748451453" sldId="272"/>
            <ac:spMk id="12" creationId="{5F1A776D-67B1-6D5E-8A23-745F212DA41B}"/>
          </ac:spMkLst>
        </pc:spChg>
        <pc:spChg chg="del">
          <ac:chgData name="dilnaz b" userId="07ceac367f20b251" providerId="LiveId" clId="{20EBB3F1-9698-4C1A-B602-E84AA89A3765}" dt="2026-03-10T17:42:34.587" v="1104" actId="478"/>
          <ac:spMkLst>
            <pc:docMk/>
            <pc:sldMk cId="2748451453" sldId="272"/>
            <ac:spMk id="13" creationId="{F01C6710-8611-654F-F713-072449BF3977}"/>
          </ac:spMkLst>
        </pc:spChg>
        <pc:spChg chg="add mod">
          <ac:chgData name="dilnaz b" userId="07ceac367f20b251" providerId="LiveId" clId="{20EBB3F1-9698-4C1A-B602-E84AA89A3765}" dt="2026-03-10T17:28:53.396" v="980" actId="1076"/>
          <ac:spMkLst>
            <pc:docMk/>
            <pc:sldMk cId="2748451453" sldId="272"/>
            <ac:spMk id="15" creationId="{332C9F73-E702-C71F-A150-4384E9B2E92F}"/>
          </ac:spMkLst>
        </pc:spChg>
        <pc:spChg chg="add mod">
          <ac:chgData name="dilnaz b" userId="07ceac367f20b251" providerId="LiveId" clId="{20EBB3F1-9698-4C1A-B602-E84AA89A3765}" dt="2026-03-10T17:29:14.852" v="985" actId="1076"/>
          <ac:spMkLst>
            <pc:docMk/>
            <pc:sldMk cId="2748451453" sldId="272"/>
            <ac:spMk id="16" creationId="{E7E66039-EBAF-197F-3B92-AE9A16E7AF9A}"/>
          </ac:spMkLst>
        </pc:spChg>
        <pc:spChg chg="add mod">
          <ac:chgData name="dilnaz b" userId="07ceac367f20b251" providerId="LiveId" clId="{20EBB3F1-9698-4C1A-B602-E84AA89A3765}" dt="2026-03-10T17:28:39.475" v="977" actId="1076"/>
          <ac:spMkLst>
            <pc:docMk/>
            <pc:sldMk cId="2748451453" sldId="272"/>
            <ac:spMk id="17" creationId="{589299B6-D74C-4691-DF9B-081186AE3841}"/>
          </ac:spMkLst>
        </pc:spChg>
        <pc:spChg chg="add mod">
          <ac:chgData name="dilnaz b" userId="07ceac367f20b251" providerId="LiveId" clId="{20EBB3F1-9698-4C1A-B602-E84AA89A3765}" dt="2026-03-10T17:29:28.027" v="988" actId="1076"/>
          <ac:spMkLst>
            <pc:docMk/>
            <pc:sldMk cId="2748451453" sldId="272"/>
            <ac:spMk id="18" creationId="{5064AA74-94DF-E449-8980-E0DE9D135365}"/>
          </ac:spMkLst>
        </pc:spChg>
        <pc:spChg chg="add mod">
          <ac:chgData name="dilnaz b" userId="07ceac367f20b251" providerId="LiveId" clId="{20EBB3F1-9698-4C1A-B602-E84AA89A3765}" dt="2026-03-10T17:42:45.702" v="1108" actId="1076"/>
          <ac:spMkLst>
            <pc:docMk/>
            <pc:sldMk cId="2748451453" sldId="272"/>
            <ac:spMk id="19" creationId="{1D86767E-2CD0-D608-3987-E4A94A33AA29}"/>
          </ac:spMkLst>
        </pc:spChg>
        <pc:picChg chg="del">
          <ac:chgData name="dilnaz b" userId="07ceac367f20b251" providerId="LiveId" clId="{20EBB3F1-9698-4C1A-B602-E84AA89A3765}" dt="2026-03-10T17:21:46.282" v="949" actId="478"/>
          <ac:picMkLst>
            <pc:docMk/>
            <pc:sldMk cId="2748451453" sldId="272"/>
            <ac:picMk id="12290" creationId="{11C49A1A-1914-C8DB-3E96-FAE331DFF9C2}"/>
          </ac:picMkLst>
        </pc:picChg>
      </pc:sldChg>
      <pc:sldChg chg="addSp delSp modSp mod">
        <pc:chgData name="dilnaz b" userId="07ceac367f20b251" providerId="LiveId" clId="{20EBB3F1-9698-4C1A-B602-E84AA89A3765}" dt="2026-03-10T17:35:55.942" v="1067" actId="113"/>
        <pc:sldMkLst>
          <pc:docMk/>
          <pc:sldMk cId="3949208342" sldId="273"/>
        </pc:sldMkLst>
        <pc:spChg chg="mod">
          <ac:chgData name="dilnaz b" userId="07ceac367f20b251" providerId="LiveId" clId="{20EBB3F1-9698-4C1A-B602-E84AA89A3765}" dt="2026-03-10T17:30:05.149" v="997" actId="1076"/>
          <ac:spMkLst>
            <pc:docMk/>
            <pc:sldMk cId="3949208342" sldId="273"/>
            <ac:spMk id="2" creationId="{00000000-0000-0000-0000-000000000000}"/>
          </ac:spMkLst>
        </pc:spChg>
        <pc:spChg chg="mod">
          <ac:chgData name="dilnaz b" userId="07ceac367f20b251" providerId="LiveId" clId="{20EBB3F1-9698-4C1A-B602-E84AA89A3765}" dt="2026-03-10T17:31:29.845" v="1016" actId="207"/>
          <ac:spMkLst>
            <pc:docMk/>
            <pc:sldMk cId="3949208342" sldId="273"/>
            <ac:spMk id="5" creationId="{00000000-0000-0000-0000-000000000000}"/>
          </ac:spMkLst>
        </pc:spChg>
        <pc:spChg chg="add mod">
          <ac:chgData name="dilnaz b" userId="07ceac367f20b251" providerId="LiveId" clId="{20EBB3F1-9698-4C1A-B602-E84AA89A3765}" dt="2026-03-10T17:35:41.339" v="1065" actId="1076"/>
          <ac:spMkLst>
            <pc:docMk/>
            <pc:sldMk cId="3949208342" sldId="273"/>
            <ac:spMk id="7" creationId="{279F1A48-011D-F4CB-D7D8-E20F4EAA93DB}"/>
          </ac:spMkLst>
        </pc:spChg>
        <pc:spChg chg="mod">
          <ac:chgData name="dilnaz b" userId="07ceac367f20b251" providerId="LiveId" clId="{20EBB3F1-9698-4C1A-B602-E84AA89A3765}" dt="2026-03-10T17:30:09.649" v="998" actId="14100"/>
          <ac:spMkLst>
            <pc:docMk/>
            <pc:sldMk cId="3949208342" sldId="273"/>
            <ac:spMk id="8" creationId="{212CA415-793A-59BA-159D-9C3A913EB9E2}"/>
          </ac:spMkLst>
        </pc:spChg>
        <pc:spChg chg="add mod">
          <ac:chgData name="dilnaz b" userId="07ceac367f20b251" providerId="LiveId" clId="{20EBB3F1-9698-4C1A-B602-E84AA89A3765}" dt="2026-03-10T17:32:43.730" v="1037" actId="113"/>
          <ac:spMkLst>
            <pc:docMk/>
            <pc:sldMk cId="3949208342" sldId="273"/>
            <ac:spMk id="9" creationId="{B3399FDC-9F1F-F975-C6E7-C6B24B79C85F}"/>
          </ac:spMkLst>
        </pc:spChg>
        <pc:spChg chg="add mod">
          <ac:chgData name="dilnaz b" userId="07ceac367f20b251" providerId="LiveId" clId="{20EBB3F1-9698-4C1A-B602-E84AA89A3765}" dt="2026-03-10T17:35:55.942" v="1067" actId="113"/>
          <ac:spMkLst>
            <pc:docMk/>
            <pc:sldMk cId="3949208342" sldId="273"/>
            <ac:spMk id="10" creationId="{232F4D3F-D2C2-4CEC-3DA6-78E5CF254185}"/>
          </ac:spMkLst>
        </pc:spChg>
        <pc:spChg chg="add mod">
          <ac:chgData name="dilnaz b" userId="07ceac367f20b251" providerId="LiveId" clId="{20EBB3F1-9698-4C1A-B602-E84AA89A3765}" dt="2026-03-10T17:35:11.581" v="1060" actId="1076"/>
          <ac:spMkLst>
            <pc:docMk/>
            <pc:sldMk cId="3949208342" sldId="273"/>
            <ac:spMk id="11" creationId="{713E783A-087A-5A4E-0F18-EA9698CA8E72}"/>
          </ac:spMkLst>
        </pc:spChg>
        <pc:graphicFrameChg chg="add mod">
          <ac:chgData name="dilnaz b" userId="07ceac367f20b251" providerId="LiveId" clId="{20EBB3F1-9698-4C1A-B602-E84AA89A3765}" dt="2026-03-10T17:35:38.366" v="1064" actId="1076"/>
          <ac:graphicFrameMkLst>
            <pc:docMk/>
            <pc:sldMk cId="3949208342" sldId="273"/>
            <ac:graphicFrameMk id="3" creationId="{55DCBC20-6041-D9CD-4C55-01C050C15465}"/>
          </ac:graphicFrameMkLst>
        </pc:graphicFrameChg>
        <pc:picChg chg="del">
          <ac:chgData name="dilnaz b" userId="07ceac367f20b251" providerId="LiveId" clId="{20EBB3F1-9698-4C1A-B602-E84AA89A3765}" dt="2026-03-10T17:29:59.258" v="995" actId="478"/>
          <ac:picMkLst>
            <pc:docMk/>
            <pc:sldMk cId="3949208342" sldId="273"/>
            <ac:picMk id="13314" creationId="{8FD3DCE3-72DA-B76A-707F-AA348D2DF988}"/>
          </ac:picMkLst>
        </pc:picChg>
      </pc:sldChg>
      <pc:sldChg chg="del">
        <pc:chgData name="dilnaz b" userId="07ceac367f20b251" providerId="LiveId" clId="{20EBB3F1-9698-4C1A-B602-E84AA89A3765}" dt="2026-03-10T17:36:35.187" v="1069" actId="47"/>
        <pc:sldMkLst>
          <pc:docMk/>
          <pc:sldMk cId="1942388285" sldId="274"/>
        </pc:sldMkLst>
      </pc:sldChg>
      <pc:sldChg chg="del">
        <pc:chgData name="dilnaz b" userId="07ceac367f20b251" providerId="LiveId" clId="{20EBB3F1-9698-4C1A-B602-E84AA89A3765}" dt="2026-03-10T17:36:35.187" v="1069" actId="47"/>
        <pc:sldMkLst>
          <pc:docMk/>
          <pc:sldMk cId="1242485758" sldId="275"/>
        </pc:sldMkLst>
      </pc:sldChg>
      <pc:sldChg chg="del">
        <pc:chgData name="dilnaz b" userId="07ceac367f20b251" providerId="LiveId" clId="{20EBB3F1-9698-4C1A-B602-E84AA89A3765}" dt="2026-03-10T17:36:35.187" v="1069" actId="47"/>
        <pc:sldMkLst>
          <pc:docMk/>
          <pc:sldMk cId="3806960315" sldId="278"/>
        </pc:sldMkLst>
      </pc:sldChg>
      <pc:sldChg chg="del">
        <pc:chgData name="dilnaz b" userId="07ceac367f20b251" providerId="LiveId" clId="{20EBB3F1-9698-4C1A-B602-E84AA89A3765}" dt="2026-03-10T17:36:35.187" v="1069" actId="47"/>
        <pc:sldMkLst>
          <pc:docMk/>
          <pc:sldMk cId="325605159" sldId="279"/>
        </pc:sldMkLst>
      </pc:sldChg>
      <pc:sldChg chg="del">
        <pc:chgData name="dilnaz b" userId="07ceac367f20b251" providerId="LiveId" clId="{20EBB3F1-9698-4C1A-B602-E84AA89A3765}" dt="2026-03-10T17:36:35.187" v="1069" actId="47"/>
        <pc:sldMkLst>
          <pc:docMk/>
          <pc:sldMk cId="3917798503" sldId="280"/>
        </pc:sldMkLst>
      </pc:sldChg>
      <pc:sldChg chg="del">
        <pc:chgData name="dilnaz b" userId="07ceac367f20b251" providerId="LiveId" clId="{20EBB3F1-9698-4C1A-B602-E84AA89A3765}" dt="2026-03-10T17:36:25.693" v="1068" actId="47"/>
        <pc:sldMkLst>
          <pc:docMk/>
          <pc:sldMk cId="2869990537" sldId="281"/>
        </pc:sldMkLst>
      </pc:sldChg>
      <pc:sldChg chg="del">
        <pc:chgData name="dilnaz b" userId="07ceac367f20b251" providerId="LiveId" clId="{20EBB3F1-9698-4C1A-B602-E84AA89A3765}" dt="2026-03-10T17:36:25.693" v="1068" actId="47"/>
        <pc:sldMkLst>
          <pc:docMk/>
          <pc:sldMk cId="492016705" sldId="282"/>
        </pc:sldMkLst>
      </pc:sldChg>
      <pc:sldChg chg="del">
        <pc:chgData name="dilnaz b" userId="07ceac367f20b251" providerId="LiveId" clId="{20EBB3F1-9698-4C1A-B602-E84AA89A3765}" dt="2026-03-10T17:36:25.693" v="1068" actId="47"/>
        <pc:sldMkLst>
          <pc:docMk/>
          <pc:sldMk cId="442352861" sldId="285"/>
        </pc:sldMkLst>
      </pc:sldChg>
      <pc:sldChg chg="del">
        <pc:chgData name="dilnaz b" userId="07ceac367f20b251" providerId="LiveId" clId="{20EBB3F1-9698-4C1A-B602-E84AA89A3765}" dt="2026-03-10T17:36:25.693" v="1068" actId="47"/>
        <pc:sldMkLst>
          <pc:docMk/>
          <pc:sldMk cId="2172019078" sldId="286"/>
        </pc:sldMkLst>
      </pc:sldChg>
      <pc:sldChg chg="del">
        <pc:chgData name="dilnaz b" userId="07ceac367f20b251" providerId="LiveId" clId="{20EBB3F1-9698-4C1A-B602-E84AA89A3765}" dt="2026-03-10T17:36:25.693" v="1068" actId="47"/>
        <pc:sldMkLst>
          <pc:docMk/>
          <pc:sldMk cId="4090170329" sldId="287"/>
        </pc:sldMkLst>
      </pc:sldChg>
      <pc:sldChg chg="del">
        <pc:chgData name="dilnaz b" userId="07ceac367f20b251" providerId="LiveId" clId="{20EBB3F1-9698-4C1A-B602-E84AA89A3765}" dt="2026-03-10T17:36:25.693" v="1068" actId="47"/>
        <pc:sldMkLst>
          <pc:docMk/>
          <pc:sldMk cId="4115100711" sldId="288"/>
        </pc:sldMkLst>
      </pc:sldChg>
      <pc:sldChg chg="del">
        <pc:chgData name="dilnaz b" userId="07ceac367f20b251" providerId="LiveId" clId="{20EBB3F1-9698-4C1A-B602-E84AA89A3765}" dt="2026-03-10T17:36:25.693" v="1068" actId="47"/>
        <pc:sldMkLst>
          <pc:docMk/>
          <pc:sldMk cId="713820683" sldId="289"/>
        </pc:sldMkLst>
      </pc:sldChg>
      <pc:sldChg chg="addSp delSp modSp new mod delAnim modAnim">
        <pc:chgData name="dilnaz b" userId="07ceac367f20b251" providerId="LiveId" clId="{20EBB3F1-9698-4C1A-B602-E84AA89A3765}" dt="2026-03-10T17:18:56.675" v="928" actId="1076"/>
        <pc:sldMkLst>
          <pc:docMk/>
          <pc:sldMk cId="1573844089" sldId="293"/>
        </pc:sldMkLst>
        <pc:spChg chg="mod">
          <ac:chgData name="dilnaz b" userId="07ceac367f20b251" providerId="LiveId" clId="{20EBB3F1-9698-4C1A-B602-E84AA89A3765}" dt="2026-03-10T17:16:51.235" v="902" actId="14100"/>
          <ac:spMkLst>
            <pc:docMk/>
            <pc:sldMk cId="1573844089" sldId="293"/>
            <ac:spMk id="2" creationId="{A90F6FBC-B4E9-6EDB-7B2B-6F0A63A467C7}"/>
          </ac:spMkLst>
        </pc:spChg>
        <pc:spChg chg="mod">
          <ac:chgData name="dilnaz b" userId="07ceac367f20b251" providerId="LiveId" clId="{20EBB3F1-9698-4C1A-B602-E84AA89A3765}" dt="2026-03-10T17:16:51.235" v="902" actId="14100"/>
          <ac:spMkLst>
            <pc:docMk/>
            <pc:sldMk cId="1573844089" sldId="293"/>
            <ac:spMk id="3" creationId="{5F1DF192-68B9-77A7-BD15-4BFAB9C823F5}"/>
          </ac:spMkLst>
        </pc:spChg>
        <pc:spChg chg="mod">
          <ac:chgData name="dilnaz b" userId="07ceac367f20b251" providerId="LiveId" clId="{20EBB3F1-9698-4C1A-B602-E84AA89A3765}" dt="2026-03-10T17:16:51.235" v="902" actId="14100"/>
          <ac:spMkLst>
            <pc:docMk/>
            <pc:sldMk cId="1573844089" sldId="293"/>
            <ac:spMk id="4" creationId="{4811232B-5030-DA93-9589-808CB4B8B3B9}"/>
          </ac:spMkLst>
        </pc:spChg>
        <pc:spChg chg="del">
          <ac:chgData name="dilnaz b" userId="07ceac367f20b251" providerId="LiveId" clId="{20EBB3F1-9698-4C1A-B602-E84AA89A3765}" dt="2026-03-10T17:13:55.098" v="870" actId="478"/>
          <ac:spMkLst>
            <pc:docMk/>
            <pc:sldMk cId="1573844089" sldId="293"/>
            <ac:spMk id="5" creationId="{EAB4F754-4EB6-BBD7-E6E0-7D78C484750A}"/>
          </ac:spMkLst>
        </pc:spChg>
        <pc:spChg chg="del">
          <ac:chgData name="dilnaz b" userId="07ceac367f20b251" providerId="LiveId" clId="{20EBB3F1-9698-4C1A-B602-E84AA89A3765}" dt="2026-03-10T17:13:11.611" v="860" actId="478"/>
          <ac:spMkLst>
            <pc:docMk/>
            <pc:sldMk cId="1573844089" sldId="293"/>
            <ac:spMk id="6" creationId="{9CDCD0EB-302D-4D2F-3A31-75B6B59256F8}"/>
          </ac:spMkLst>
        </pc:spChg>
        <pc:spChg chg="mod">
          <ac:chgData name="dilnaz b" userId="07ceac367f20b251" providerId="LiveId" clId="{20EBB3F1-9698-4C1A-B602-E84AA89A3765}" dt="2026-03-10T17:18:56.675" v="928" actId="1076"/>
          <ac:spMkLst>
            <pc:docMk/>
            <pc:sldMk cId="1573844089" sldId="293"/>
            <ac:spMk id="7" creationId="{953347E9-F276-4F49-318F-076B593E5DEA}"/>
          </ac:spMkLst>
        </pc:spChg>
        <pc:spChg chg="mod">
          <ac:chgData name="dilnaz b" userId="07ceac367f20b251" providerId="LiveId" clId="{20EBB3F1-9698-4C1A-B602-E84AA89A3765}" dt="2026-03-10T17:18:56.675" v="928" actId="1076"/>
          <ac:spMkLst>
            <pc:docMk/>
            <pc:sldMk cId="1573844089" sldId="293"/>
            <ac:spMk id="8" creationId="{E18376BD-753F-D6FF-374B-5D64124B66F8}"/>
          </ac:spMkLst>
        </pc:spChg>
        <pc:spChg chg="mod">
          <ac:chgData name="dilnaz b" userId="07ceac367f20b251" providerId="LiveId" clId="{20EBB3F1-9698-4C1A-B602-E84AA89A3765}" dt="2026-03-10T17:18:56.675" v="928" actId="1076"/>
          <ac:spMkLst>
            <pc:docMk/>
            <pc:sldMk cId="1573844089" sldId="293"/>
            <ac:spMk id="9" creationId="{FEF428B8-6EEB-DEE7-E30B-C8076AAC6774}"/>
          </ac:spMkLst>
        </pc:spChg>
        <pc:spChg chg="del mod">
          <ac:chgData name="dilnaz b" userId="07ceac367f20b251" providerId="LiveId" clId="{20EBB3F1-9698-4C1A-B602-E84AA89A3765}" dt="2026-03-10T17:13:32.883" v="869" actId="478"/>
          <ac:spMkLst>
            <pc:docMk/>
            <pc:sldMk cId="1573844089" sldId="293"/>
            <ac:spMk id="10" creationId="{E62E9FF5-8F42-9F54-2284-C09F5711D135}"/>
          </ac:spMkLst>
        </pc:spChg>
        <pc:spChg chg="del">
          <ac:chgData name="dilnaz b" userId="07ceac367f20b251" providerId="LiveId" clId="{20EBB3F1-9698-4C1A-B602-E84AA89A3765}" dt="2026-03-10T17:13:26.931" v="866" actId="478"/>
          <ac:spMkLst>
            <pc:docMk/>
            <pc:sldMk cId="1573844089" sldId="293"/>
            <ac:spMk id="11" creationId="{2DF689DD-7B19-9147-C89C-F5CC0EA3E9DF}"/>
          </ac:spMkLst>
        </pc:spChg>
        <pc:spChg chg="mod">
          <ac:chgData name="dilnaz b" userId="07ceac367f20b251" providerId="LiveId" clId="{20EBB3F1-9698-4C1A-B602-E84AA89A3765}" dt="2026-03-10T17:18:56.675" v="928" actId="1076"/>
          <ac:spMkLst>
            <pc:docMk/>
            <pc:sldMk cId="1573844089" sldId="293"/>
            <ac:spMk id="12" creationId="{6A934A14-6F90-0D7E-248A-FA11F946CD61}"/>
          </ac:spMkLst>
        </pc:spChg>
        <pc:spChg chg="mod">
          <ac:chgData name="dilnaz b" userId="07ceac367f20b251" providerId="LiveId" clId="{20EBB3F1-9698-4C1A-B602-E84AA89A3765}" dt="2026-03-10T17:18:56.675" v="928" actId="1076"/>
          <ac:spMkLst>
            <pc:docMk/>
            <pc:sldMk cId="1573844089" sldId="293"/>
            <ac:spMk id="13" creationId="{103016CA-1060-A5DD-A3BE-62463FB4B07E}"/>
          </ac:spMkLst>
        </pc:spChg>
        <pc:spChg chg="mod">
          <ac:chgData name="dilnaz b" userId="07ceac367f20b251" providerId="LiveId" clId="{20EBB3F1-9698-4C1A-B602-E84AA89A3765}" dt="2026-03-10T17:18:56.675" v="928" actId="1076"/>
          <ac:spMkLst>
            <pc:docMk/>
            <pc:sldMk cId="1573844089" sldId="293"/>
            <ac:spMk id="14" creationId="{1D26B848-9DBF-2E89-D6DC-EFC57DF681E4}"/>
          </ac:spMkLst>
        </pc:spChg>
        <pc:spChg chg="del">
          <ac:chgData name="dilnaz b" userId="07ceac367f20b251" providerId="LiveId" clId="{20EBB3F1-9698-4C1A-B602-E84AA89A3765}" dt="2026-03-10T17:13:29.237" v="867" actId="478"/>
          <ac:spMkLst>
            <pc:docMk/>
            <pc:sldMk cId="1573844089" sldId="293"/>
            <ac:spMk id="15" creationId="{76E74EA8-9CE3-0CCF-EC6D-D4149EF997A7}"/>
          </ac:spMkLst>
        </pc:spChg>
        <pc:spChg chg="del">
          <ac:chgData name="dilnaz b" userId="07ceac367f20b251" providerId="LiveId" clId="{20EBB3F1-9698-4C1A-B602-E84AA89A3765}" dt="2026-03-10T17:13:26.931" v="866" actId="478"/>
          <ac:spMkLst>
            <pc:docMk/>
            <pc:sldMk cId="1573844089" sldId="293"/>
            <ac:spMk id="16" creationId="{FA7CFE7D-0479-B5F5-A9B5-A326A842E4A2}"/>
          </ac:spMkLst>
        </pc:spChg>
        <pc:spChg chg="mod">
          <ac:chgData name="dilnaz b" userId="07ceac367f20b251" providerId="LiveId" clId="{20EBB3F1-9698-4C1A-B602-E84AA89A3765}" dt="2026-03-10T17:18:56.675" v="928" actId="1076"/>
          <ac:spMkLst>
            <pc:docMk/>
            <pc:sldMk cId="1573844089" sldId="293"/>
            <ac:spMk id="17" creationId="{53F76E15-E2CC-E95B-4C5C-7EDB0108C441}"/>
          </ac:spMkLst>
        </pc:spChg>
        <pc:spChg chg="mod">
          <ac:chgData name="dilnaz b" userId="07ceac367f20b251" providerId="LiveId" clId="{20EBB3F1-9698-4C1A-B602-E84AA89A3765}" dt="2026-03-10T17:18:56.675" v="928" actId="1076"/>
          <ac:spMkLst>
            <pc:docMk/>
            <pc:sldMk cId="1573844089" sldId="293"/>
            <ac:spMk id="18" creationId="{D96875BB-EE08-4ADA-7DC7-490F258C4771}"/>
          </ac:spMkLst>
        </pc:spChg>
        <pc:spChg chg="mod">
          <ac:chgData name="dilnaz b" userId="07ceac367f20b251" providerId="LiveId" clId="{20EBB3F1-9698-4C1A-B602-E84AA89A3765}" dt="2026-03-10T17:18:56.675" v="928" actId="1076"/>
          <ac:spMkLst>
            <pc:docMk/>
            <pc:sldMk cId="1573844089" sldId="293"/>
            <ac:spMk id="19" creationId="{92DC3E6B-CEF8-1349-91FD-441AC2631633}"/>
          </ac:spMkLst>
        </pc:spChg>
        <pc:spChg chg="del">
          <ac:chgData name="dilnaz b" userId="07ceac367f20b251" providerId="LiveId" clId="{20EBB3F1-9698-4C1A-B602-E84AA89A3765}" dt="2026-03-10T17:13:29.237" v="867" actId="478"/>
          <ac:spMkLst>
            <pc:docMk/>
            <pc:sldMk cId="1573844089" sldId="293"/>
            <ac:spMk id="20" creationId="{7B4A9004-ABEF-75A5-4602-3DA2868767D6}"/>
          </ac:spMkLst>
        </pc:spChg>
        <pc:spChg chg="del">
          <ac:chgData name="dilnaz b" userId="07ceac367f20b251" providerId="LiveId" clId="{20EBB3F1-9698-4C1A-B602-E84AA89A3765}" dt="2026-03-10T17:13:26.931" v="866" actId="478"/>
          <ac:spMkLst>
            <pc:docMk/>
            <pc:sldMk cId="1573844089" sldId="293"/>
            <ac:spMk id="21" creationId="{70ABEC0F-36D8-058E-6FA5-0738E100412B}"/>
          </ac:spMkLst>
        </pc:spChg>
        <pc:spChg chg="del">
          <ac:chgData name="dilnaz b" userId="07ceac367f20b251" providerId="LiveId" clId="{20EBB3F1-9698-4C1A-B602-E84AA89A3765}" dt="2026-03-10T17:13:56.808" v="871" actId="478"/>
          <ac:spMkLst>
            <pc:docMk/>
            <pc:sldMk cId="1573844089" sldId="293"/>
            <ac:spMk id="22" creationId="{0C887839-73A0-7D13-A733-46D723EA7151}"/>
          </ac:spMkLst>
        </pc:spChg>
        <pc:spChg chg="del">
          <ac:chgData name="dilnaz b" userId="07ceac367f20b251" providerId="LiveId" clId="{20EBB3F1-9698-4C1A-B602-E84AA89A3765}" dt="2026-03-10T17:13:59.219" v="872" actId="478"/>
          <ac:spMkLst>
            <pc:docMk/>
            <pc:sldMk cId="1573844089" sldId="293"/>
            <ac:spMk id="23" creationId="{0D153D1F-8924-9938-A7BD-4C7ED1472667}"/>
          </ac:spMkLst>
        </pc:spChg>
        <pc:spChg chg="del">
          <ac:chgData name="dilnaz b" userId="07ceac367f20b251" providerId="LiveId" clId="{20EBB3F1-9698-4C1A-B602-E84AA89A3765}" dt="2026-03-10T17:14:03.485" v="873" actId="478"/>
          <ac:spMkLst>
            <pc:docMk/>
            <pc:sldMk cId="1573844089" sldId="293"/>
            <ac:spMk id="24" creationId="{DE513560-AB17-33E4-B7D9-55ABD84F138D}"/>
          </ac:spMkLst>
        </pc:spChg>
        <pc:spChg chg="del">
          <ac:chgData name="dilnaz b" userId="07ceac367f20b251" providerId="LiveId" clId="{20EBB3F1-9698-4C1A-B602-E84AA89A3765}" dt="2026-03-10T17:13:29.237" v="867" actId="478"/>
          <ac:spMkLst>
            <pc:docMk/>
            <pc:sldMk cId="1573844089" sldId="293"/>
            <ac:spMk id="25" creationId="{15FF4B78-D135-92B3-ECC9-7F1AF54552D2}"/>
          </ac:spMkLst>
        </pc:spChg>
        <pc:spChg chg="del">
          <ac:chgData name="dilnaz b" userId="07ceac367f20b251" providerId="LiveId" clId="{20EBB3F1-9698-4C1A-B602-E84AA89A3765}" dt="2026-03-10T17:13:26.931" v="866" actId="478"/>
          <ac:spMkLst>
            <pc:docMk/>
            <pc:sldMk cId="1573844089" sldId="293"/>
            <ac:spMk id="26" creationId="{280A0CD4-3EEA-8ADB-3132-5CFB39CAA23D}"/>
          </ac:spMkLst>
        </pc:spChg>
        <pc:spChg chg="del">
          <ac:chgData name="dilnaz b" userId="07ceac367f20b251" providerId="LiveId" clId="{20EBB3F1-9698-4C1A-B602-E84AA89A3765}" dt="2026-03-10T17:13:11.611" v="860" actId="478"/>
          <ac:spMkLst>
            <pc:docMk/>
            <pc:sldMk cId="1573844089" sldId="293"/>
            <ac:spMk id="27" creationId="{B5C05511-5040-7786-1528-AEE05988EBAD}"/>
          </ac:spMkLst>
        </pc:spChg>
        <pc:spChg chg="del">
          <ac:chgData name="dilnaz b" userId="07ceac367f20b251" providerId="LiveId" clId="{20EBB3F1-9698-4C1A-B602-E84AA89A3765}" dt="2026-03-10T17:13:11.611" v="860" actId="478"/>
          <ac:spMkLst>
            <pc:docMk/>
            <pc:sldMk cId="1573844089" sldId="293"/>
            <ac:spMk id="28" creationId="{B037BD78-23A6-FAD7-2BBC-FF4171BFCAA4}"/>
          </ac:spMkLst>
        </pc:spChg>
        <pc:spChg chg="del">
          <ac:chgData name="dilnaz b" userId="07ceac367f20b251" providerId="LiveId" clId="{20EBB3F1-9698-4C1A-B602-E84AA89A3765}" dt="2026-03-10T17:13:11.611" v="860" actId="478"/>
          <ac:spMkLst>
            <pc:docMk/>
            <pc:sldMk cId="1573844089" sldId="293"/>
            <ac:spMk id="29" creationId="{76033EB7-4762-134C-CC84-45C1B3FE9B29}"/>
          </ac:spMkLst>
        </pc:spChg>
        <pc:spChg chg="del">
          <ac:chgData name="dilnaz b" userId="07ceac367f20b251" providerId="LiveId" clId="{20EBB3F1-9698-4C1A-B602-E84AA89A3765}" dt="2026-03-10T17:13:11.611" v="860" actId="478"/>
          <ac:spMkLst>
            <pc:docMk/>
            <pc:sldMk cId="1573844089" sldId="293"/>
            <ac:spMk id="30" creationId="{34215AB5-FB9C-785D-BFF8-3CEA3C00567F}"/>
          </ac:spMkLst>
        </pc:spChg>
        <pc:spChg chg="del">
          <ac:chgData name="dilnaz b" userId="07ceac367f20b251" providerId="LiveId" clId="{20EBB3F1-9698-4C1A-B602-E84AA89A3765}" dt="2026-03-10T17:13:20.335" v="864" actId="478"/>
          <ac:spMkLst>
            <pc:docMk/>
            <pc:sldMk cId="1573844089" sldId="293"/>
            <ac:spMk id="31" creationId="{95120238-E78B-47FF-6C49-60E2F2A027BD}"/>
          </ac:spMkLst>
        </pc:spChg>
        <pc:spChg chg="add mod">
          <ac:chgData name="dilnaz b" userId="07ceac367f20b251" providerId="LiveId" clId="{20EBB3F1-9698-4C1A-B602-E84AA89A3765}" dt="2026-03-10T17:16:03.844" v="895" actId="164"/>
          <ac:spMkLst>
            <pc:docMk/>
            <pc:sldMk cId="1573844089" sldId="293"/>
            <ac:spMk id="32" creationId="{70FE735C-85F8-A49E-B123-7ADC31093CF1}"/>
          </ac:spMkLst>
        </pc:spChg>
        <pc:spChg chg="add del mod">
          <ac:chgData name="dilnaz b" userId="07ceac367f20b251" providerId="LiveId" clId="{20EBB3F1-9698-4C1A-B602-E84AA89A3765}" dt="2026-03-10T17:13:23.984" v="865" actId="478"/>
          <ac:spMkLst>
            <pc:docMk/>
            <pc:sldMk cId="1573844089" sldId="293"/>
            <ac:spMk id="33" creationId="{6E0C4E89-1E75-A047-4792-02B6E6BDEA5B}"/>
          </ac:spMkLst>
        </pc:spChg>
        <pc:spChg chg="add del mod">
          <ac:chgData name="dilnaz b" userId="07ceac367f20b251" providerId="LiveId" clId="{20EBB3F1-9698-4C1A-B602-E84AA89A3765}" dt="2026-03-10T17:13:15.158" v="863" actId="478"/>
          <ac:spMkLst>
            <pc:docMk/>
            <pc:sldMk cId="1573844089" sldId="293"/>
            <ac:spMk id="34" creationId="{AE39AB13-5D86-86FE-C843-EFB946DBD52D}"/>
          </ac:spMkLst>
        </pc:spChg>
        <pc:spChg chg="add mod">
          <ac:chgData name="dilnaz b" userId="07ceac367f20b251" providerId="LiveId" clId="{20EBB3F1-9698-4C1A-B602-E84AA89A3765}" dt="2026-03-10T17:14:13.616" v="877"/>
          <ac:spMkLst>
            <pc:docMk/>
            <pc:sldMk cId="1573844089" sldId="293"/>
            <ac:spMk id="35" creationId="{411D3B39-D5CD-B61E-6F0B-6D379DCCA1FC}"/>
          </ac:spMkLst>
        </pc:spChg>
        <pc:spChg chg="add mod">
          <ac:chgData name="dilnaz b" userId="07ceac367f20b251" providerId="LiveId" clId="{20EBB3F1-9698-4C1A-B602-E84AA89A3765}" dt="2026-03-10T17:14:13.616" v="877"/>
          <ac:spMkLst>
            <pc:docMk/>
            <pc:sldMk cId="1573844089" sldId="293"/>
            <ac:spMk id="36" creationId="{FCDD379D-BDFB-C169-8CDB-C35C9682D735}"/>
          </ac:spMkLst>
        </pc:spChg>
        <pc:spChg chg="add mod">
          <ac:chgData name="dilnaz b" userId="07ceac367f20b251" providerId="LiveId" clId="{20EBB3F1-9698-4C1A-B602-E84AA89A3765}" dt="2026-03-10T17:14:13.616" v="877"/>
          <ac:spMkLst>
            <pc:docMk/>
            <pc:sldMk cId="1573844089" sldId="293"/>
            <ac:spMk id="38" creationId="{372CD0F8-D356-7056-209F-DBE1E90D50DD}"/>
          </ac:spMkLst>
        </pc:spChg>
        <pc:spChg chg="add mod">
          <ac:chgData name="dilnaz b" userId="07ceac367f20b251" providerId="LiveId" clId="{20EBB3F1-9698-4C1A-B602-E84AA89A3765}" dt="2026-03-10T17:14:13.616" v="877"/>
          <ac:spMkLst>
            <pc:docMk/>
            <pc:sldMk cId="1573844089" sldId="293"/>
            <ac:spMk id="40" creationId="{6071144F-19EF-53A1-6D7A-0630206BD51B}"/>
          </ac:spMkLst>
        </pc:spChg>
        <pc:spChg chg="add mod">
          <ac:chgData name="dilnaz b" userId="07ceac367f20b251" providerId="LiveId" clId="{20EBB3F1-9698-4C1A-B602-E84AA89A3765}" dt="2026-03-10T17:14:13.616" v="877"/>
          <ac:spMkLst>
            <pc:docMk/>
            <pc:sldMk cId="1573844089" sldId="293"/>
            <ac:spMk id="42" creationId="{AE958FDE-AD62-850F-3EA4-CB06FAC14A91}"/>
          </ac:spMkLst>
        </pc:spChg>
        <pc:spChg chg="add mod">
          <ac:chgData name="dilnaz b" userId="07ceac367f20b251" providerId="LiveId" clId="{20EBB3F1-9698-4C1A-B602-E84AA89A3765}" dt="2026-03-10T17:14:13.616" v="877"/>
          <ac:spMkLst>
            <pc:docMk/>
            <pc:sldMk cId="1573844089" sldId="293"/>
            <ac:spMk id="43" creationId="{6985FCDB-5805-05E5-E053-1BF62D969811}"/>
          </ac:spMkLst>
        </pc:spChg>
        <pc:spChg chg="add mod">
          <ac:chgData name="dilnaz b" userId="07ceac367f20b251" providerId="LiveId" clId="{20EBB3F1-9698-4C1A-B602-E84AA89A3765}" dt="2026-03-10T17:14:13.616" v="877"/>
          <ac:spMkLst>
            <pc:docMk/>
            <pc:sldMk cId="1573844089" sldId="293"/>
            <ac:spMk id="44" creationId="{795DABEE-DD97-FA4A-AE8B-65F041B52815}"/>
          </ac:spMkLst>
        </pc:spChg>
        <pc:spChg chg="add mod">
          <ac:chgData name="dilnaz b" userId="07ceac367f20b251" providerId="LiveId" clId="{20EBB3F1-9698-4C1A-B602-E84AA89A3765}" dt="2026-03-10T17:14:13.616" v="877"/>
          <ac:spMkLst>
            <pc:docMk/>
            <pc:sldMk cId="1573844089" sldId="293"/>
            <ac:spMk id="45" creationId="{E461BEB2-2941-69C8-E6AC-1D0F220B8E40}"/>
          </ac:spMkLst>
        </pc:spChg>
        <pc:spChg chg="add mod">
          <ac:chgData name="dilnaz b" userId="07ceac367f20b251" providerId="LiveId" clId="{20EBB3F1-9698-4C1A-B602-E84AA89A3765}" dt="2026-03-10T17:14:13.616" v="877"/>
          <ac:spMkLst>
            <pc:docMk/>
            <pc:sldMk cId="1573844089" sldId="293"/>
            <ac:spMk id="46" creationId="{5E1304D2-0D9F-5F3E-5EE4-58A9E179E99B}"/>
          </ac:spMkLst>
        </pc:spChg>
        <pc:spChg chg="add mod">
          <ac:chgData name="dilnaz b" userId="07ceac367f20b251" providerId="LiveId" clId="{20EBB3F1-9698-4C1A-B602-E84AA89A3765}" dt="2026-03-10T17:14:13.616" v="877"/>
          <ac:spMkLst>
            <pc:docMk/>
            <pc:sldMk cId="1573844089" sldId="293"/>
            <ac:spMk id="47" creationId="{ED51015E-857B-56BF-FDD3-CB698E89AE66}"/>
          </ac:spMkLst>
        </pc:spChg>
        <pc:grpChg chg="mod">
          <ac:chgData name="dilnaz b" userId="07ceac367f20b251" providerId="LiveId" clId="{20EBB3F1-9698-4C1A-B602-E84AA89A3765}" dt="2026-03-10T17:16:02.823" v="894" actId="14100"/>
          <ac:grpSpMkLst>
            <pc:docMk/>
            <pc:sldMk cId="1573844089" sldId="293"/>
            <ac:grpSpMk id="48" creationId="{693F1955-3CA8-E4C3-1B21-E17A03C839E6}"/>
          </ac:grpSpMkLst>
        </pc:grpChg>
      </pc:sldChg>
      <pc:sldChg chg="add del">
        <pc:chgData name="dilnaz b" userId="07ceac367f20b251" providerId="LiveId" clId="{20EBB3F1-9698-4C1A-B602-E84AA89A3765}" dt="2026-03-10T16:55:24.261" v="691"/>
        <pc:sldMkLst>
          <pc:docMk/>
          <pc:sldMk cId="2697458526" sldId="294"/>
        </pc:sldMkLst>
      </pc:sldChg>
      <pc:sldChg chg="del">
        <pc:chgData name="dilnaz b" userId="07ceac367f20b251" providerId="LiveId" clId="{20EBB3F1-9698-4C1A-B602-E84AA89A3765}" dt="2026-03-10T14:36:18.744" v="487" actId="47"/>
        <pc:sldMkLst>
          <pc:docMk/>
          <pc:sldMk cId="3112001201" sldId="29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135EB-A87F-445C-8F45-6A070E21BA82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577F41-E331-4245-85F8-8CB53CD9C4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1119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577F41-E331-4245-85F8-8CB53CD9C49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3494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577F41-E331-4245-85F8-8CB53CD9C49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2070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577F41-E331-4245-85F8-8CB53CD9C490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55947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577F41-E331-4245-85F8-8CB53CD9C49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54617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577F41-E331-4245-85F8-8CB53CD9C490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17534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577F41-E331-4245-85F8-8CB53CD9C49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99919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577F41-E331-4245-85F8-8CB53CD9C490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31357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577F41-E331-4245-85F8-8CB53CD9C49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14680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577F41-E331-4245-85F8-8CB53CD9C49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5785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AF2A-1DFE-4284-9BA0-38E327E9BDA1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30596-D860-4216-9686-8EEA3AAC6E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7376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AF2A-1DFE-4284-9BA0-38E327E9BDA1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30596-D860-4216-9686-8EEA3AAC6E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0988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AF2A-1DFE-4284-9BA0-38E327E9BDA1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30596-D860-4216-9686-8EEA3AAC6E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8256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AF2A-1DFE-4284-9BA0-38E327E9BDA1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30596-D860-4216-9686-8EEA3AAC6E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547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AF2A-1DFE-4284-9BA0-38E327E9BDA1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30596-D860-4216-9686-8EEA3AAC6E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2540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AF2A-1DFE-4284-9BA0-38E327E9BDA1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30596-D860-4216-9686-8EEA3AAC6E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346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AF2A-1DFE-4284-9BA0-38E327E9BDA1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30596-D860-4216-9686-8EEA3AAC6E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0235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AF2A-1DFE-4284-9BA0-38E327E9BDA1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30596-D860-4216-9686-8EEA3AAC6E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9315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AF2A-1DFE-4284-9BA0-38E327E9BDA1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30596-D860-4216-9686-8EEA3AAC6E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0693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AF2A-1DFE-4284-9BA0-38E327E9BDA1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30596-D860-4216-9686-8EEA3AAC6E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6722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AF2A-1DFE-4284-9BA0-38E327E9BDA1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30596-D860-4216-9686-8EEA3AAC6E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577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9AF2A-1DFE-4284-9BA0-38E327E9BDA1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D30596-D860-4216-9686-8EEA3AAC6E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756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slide" Target="slide3.xml"/><Relationship Id="rId7" Type="http://schemas.openxmlformats.org/officeDocument/2006/relationships/slide" Target="slide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10" Type="http://schemas.openxmlformats.org/officeDocument/2006/relationships/slide" Target="slide10.xml"/><Relationship Id="rId4" Type="http://schemas.openxmlformats.org/officeDocument/2006/relationships/slide" Target="slide4.xml"/><Relationship Id="rId9" Type="http://schemas.openxmlformats.org/officeDocument/2006/relationships/slide" Target="slide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6">
            <a:extLst>
              <a:ext uri="{FF2B5EF4-FFF2-40B4-BE49-F238E27FC236}">
                <a16:creationId xmlns:a16="http://schemas.microsoft.com/office/drawing/2014/main" id="{A90F6FBC-B4E9-6EDB-7B2B-6F0A63A467C7}"/>
              </a:ext>
            </a:extLst>
          </p:cNvPr>
          <p:cNvSpPr/>
          <p:nvPr/>
        </p:nvSpPr>
        <p:spPr>
          <a:xfrm>
            <a:off x="614679" y="1147822"/>
            <a:ext cx="4704081" cy="13653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/>
              <a:t>Облачные технологии</a:t>
            </a:r>
          </a:p>
        </p:txBody>
      </p:sp>
      <p:sp>
        <p:nvSpPr>
          <p:cNvPr id="3" name="Скругленный прямоугольник 7">
            <a:extLst>
              <a:ext uri="{FF2B5EF4-FFF2-40B4-BE49-F238E27FC236}">
                <a16:creationId xmlns:a16="http://schemas.microsoft.com/office/drawing/2014/main" id="{5F1DF192-68B9-77A7-BD15-4BFAB9C823F5}"/>
              </a:ext>
            </a:extLst>
          </p:cNvPr>
          <p:cNvSpPr/>
          <p:nvPr/>
        </p:nvSpPr>
        <p:spPr>
          <a:xfrm>
            <a:off x="614679" y="3103237"/>
            <a:ext cx="4704081" cy="13653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/>
              <a:t>Критическое мышление</a:t>
            </a:r>
          </a:p>
        </p:txBody>
      </p:sp>
      <p:sp>
        <p:nvSpPr>
          <p:cNvPr id="4" name="Скругленный прямоугольник 8">
            <a:extLst>
              <a:ext uri="{FF2B5EF4-FFF2-40B4-BE49-F238E27FC236}">
                <a16:creationId xmlns:a16="http://schemas.microsoft.com/office/drawing/2014/main" id="{4811232B-5030-DA93-9589-808CB4B8B3B9}"/>
              </a:ext>
            </a:extLst>
          </p:cNvPr>
          <p:cNvSpPr/>
          <p:nvPr/>
        </p:nvSpPr>
        <p:spPr>
          <a:xfrm>
            <a:off x="614679" y="4944032"/>
            <a:ext cx="4704081" cy="13653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/>
              <a:t>Практика на уроке информатики</a:t>
            </a:r>
          </a:p>
        </p:txBody>
      </p:sp>
      <p:sp>
        <p:nvSpPr>
          <p:cNvPr id="7" name="Скругленный прямоугольник 11">
            <a:hlinkClick r:id="rId2" action="ppaction://hlinksldjump"/>
            <a:extLst>
              <a:ext uri="{FF2B5EF4-FFF2-40B4-BE49-F238E27FC236}">
                <a16:creationId xmlns:a16="http://schemas.microsoft.com/office/drawing/2014/main" id="{953347E9-F276-4F49-318F-076B593E5DEA}"/>
              </a:ext>
            </a:extLst>
          </p:cNvPr>
          <p:cNvSpPr/>
          <p:nvPr/>
        </p:nvSpPr>
        <p:spPr>
          <a:xfrm>
            <a:off x="5894250" y="1151831"/>
            <a:ext cx="1426568" cy="13613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000" dirty="0"/>
              <a:t>10</a:t>
            </a:r>
          </a:p>
        </p:txBody>
      </p:sp>
      <p:sp>
        <p:nvSpPr>
          <p:cNvPr id="8" name="Скругленный прямоугольник 12">
            <a:hlinkClick r:id="rId3" action="ppaction://hlinksldjump"/>
            <a:extLst>
              <a:ext uri="{FF2B5EF4-FFF2-40B4-BE49-F238E27FC236}">
                <a16:creationId xmlns:a16="http://schemas.microsoft.com/office/drawing/2014/main" id="{E18376BD-753F-D6FF-374B-5D64124B66F8}"/>
              </a:ext>
            </a:extLst>
          </p:cNvPr>
          <p:cNvSpPr/>
          <p:nvPr/>
        </p:nvSpPr>
        <p:spPr>
          <a:xfrm>
            <a:off x="7956461" y="1147822"/>
            <a:ext cx="1426568" cy="13613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000" dirty="0"/>
              <a:t>20</a:t>
            </a:r>
          </a:p>
        </p:txBody>
      </p:sp>
      <p:sp>
        <p:nvSpPr>
          <p:cNvPr id="9" name="Скругленный прямоугольник 13">
            <a:hlinkClick r:id="rId4" action="ppaction://hlinksldjump"/>
            <a:extLst>
              <a:ext uri="{FF2B5EF4-FFF2-40B4-BE49-F238E27FC236}">
                <a16:creationId xmlns:a16="http://schemas.microsoft.com/office/drawing/2014/main" id="{FEF428B8-6EEB-DEE7-E30B-C8076AAC6774}"/>
              </a:ext>
            </a:extLst>
          </p:cNvPr>
          <p:cNvSpPr/>
          <p:nvPr/>
        </p:nvSpPr>
        <p:spPr>
          <a:xfrm>
            <a:off x="10018672" y="1147822"/>
            <a:ext cx="1426568" cy="13613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000" dirty="0"/>
              <a:t>30</a:t>
            </a:r>
          </a:p>
        </p:txBody>
      </p:sp>
      <p:sp>
        <p:nvSpPr>
          <p:cNvPr id="12" name="Скругленный прямоугольник 19">
            <a:hlinkClick r:id="rId5" action="ppaction://hlinksldjump"/>
            <a:extLst>
              <a:ext uri="{FF2B5EF4-FFF2-40B4-BE49-F238E27FC236}">
                <a16:creationId xmlns:a16="http://schemas.microsoft.com/office/drawing/2014/main" id="{6A934A14-6F90-0D7E-248A-FA11F946CD61}"/>
              </a:ext>
            </a:extLst>
          </p:cNvPr>
          <p:cNvSpPr/>
          <p:nvPr/>
        </p:nvSpPr>
        <p:spPr>
          <a:xfrm>
            <a:off x="5894250" y="3107246"/>
            <a:ext cx="1426568" cy="13613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000" dirty="0"/>
              <a:t>10</a:t>
            </a:r>
          </a:p>
        </p:txBody>
      </p:sp>
      <p:sp>
        <p:nvSpPr>
          <p:cNvPr id="13" name="Скругленный прямоугольник 20">
            <a:hlinkClick r:id="rId6" action="ppaction://hlinksldjump"/>
            <a:extLst>
              <a:ext uri="{FF2B5EF4-FFF2-40B4-BE49-F238E27FC236}">
                <a16:creationId xmlns:a16="http://schemas.microsoft.com/office/drawing/2014/main" id="{103016CA-1060-A5DD-A3BE-62463FB4B07E}"/>
              </a:ext>
            </a:extLst>
          </p:cNvPr>
          <p:cNvSpPr/>
          <p:nvPr/>
        </p:nvSpPr>
        <p:spPr>
          <a:xfrm>
            <a:off x="7991752" y="3103237"/>
            <a:ext cx="1426568" cy="13613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000" dirty="0"/>
              <a:t>20</a:t>
            </a:r>
          </a:p>
        </p:txBody>
      </p:sp>
      <p:sp>
        <p:nvSpPr>
          <p:cNvPr id="14" name="Скругленный прямоугольник 21">
            <a:hlinkClick r:id="rId7" action="ppaction://hlinksldjump"/>
            <a:extLst>
              <a:ext uri="{FF2B5EF4-FFF2-40B4-BE49-F238E27FC236}">
                <a16:creationId xmlns:a16="http://schemas.microsoft.com/office/drawing/2014/main" id="{1D26B848-9DBF-2E89-D6DC-EFC57DF681E4}"/>
              </a:ext>
            </a:extLst>
          </p:cNvPr>
          <p:cNvSpPr/>
          <p:nvPr/>
        </p:nvSpPr>
        <p:spPr>
          <a:xfrm>
            <a:off x="10051514" y="3103237"/>
            <a:ext cx="1426568" cy="13613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000" dirty="0"/>
              <a:t>30</a:t>
            </a:r>
          </a:p>
        </p:txBody>
      </p:sp>
      <p:sp>
        <p:nvSpPr>
          <p:cNvPr id="17" name="Скругленный прямоугольник 26">
            <a:hlinkClick r:id="rId8" action="ppaction://hlinksldjump"/>
            <a:extLst>
              <a:ext uri="{FF2B5EF4-FFF2-40B4-BE49-F238E27FC236}">
                <a16:creationId xmlns:a16="http://schemas.microsoft.com/office/drawing/2014/main" id="{53F76E15-E2CC-E95B-4C5C-7EDB0108C441}"/>
              </a:ext>
            </a:extLst>
          </p:cNvPr>
          <p:cNvSpPr/>
          <p:nvPr/>
        </p:nvSpPr>
        <p:spPr>
          <a:xfrm>
            <a:off x="5894250" y="4944032"/>
            <a:ext cx="1426568" cy="13613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000" dirty="0"/>
              <a:t>10</a:t>
            </a:r>
          </a:p>
        </p:txBody>
      </p:sp>
      <p:sp>
        <p:nvSpPr>
          <p:cNvPr id="18" name="Скругленный прямоугольник 27">
            <a:hlinkClick r:id="rId9" action="ppaction://hlinksldjump"/>
            <a:extLst>
              <a:ext uri="{FF2B5EF4-FFF2-40B4-BE49-F238E27FC236}">
                <a16:creationId xmlns:a16="http://schemas.microsoft.com/office/drawing/2014/main" id="{D96875BB-EE08-4ADA-7DC7-490F258C4771}"/>
              </a:ext>
            </a:extLst>
          </p:cNvPr>
          <p:cNvSpPr/>
          <p:nvPr/>
        </p:nvSpPr>
        <p:spPr>
          <a:xfrm>
            <a:off x="7956461" y="4948041"/>
            <a:ext cx="1426568" cy="13613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000" dirty="0"/>
              <a:t>20</a:t>
            </a:r>
          </a:p>
        </p:txBody>
      </p:sp>
      <p:sp>
        <p:nvSpPr>
          <p:cNvPr id="19" name="Скругленный прямоугольник 28">
            <a:hlinkClick r:id="rId10" action="ppaction://hlinksldjump"/>
            <a:extLst>
              <a:ext uri="{FF2B5EF4-FFF2-40B4-BE49-F238E27FC236}">
                <a16:creationId xmlns:a16="http://schemas.microsoft.com/office/drawing/2014/main" id="{92DC3E6B-CEF8-1349-91FD-441AC2631633}"/>
              </a:ext>
            </a:extLst>
          </p:cNvPr>
          <p:cNvSpPr/>
          <p:nvPr/>
        </p:nvSpPr>
        <p:spPr>
          <a:xfrm>
            <a:off x="10051514" y="4940022"/>
            <a:ext cx="1426568" cy="13613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000" dirty="0"/>
              <a:t>30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0FE735C-85F8-A49E-B123-7ADC31093CF1}"/>
              </a:ext>
            </a:extLst>
          </p:cNvPr>
          <p:cNvSpPr txBox="1"/>
          <p:nvPr/>
        </p:nvSpPr>
        <p:spPr>
          <a:xfrm>
            <a:off x="4488024" y="247420"/>
            <a:ext cx="35926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/>
              <a:t>СВОЯ ИГРА</a:t>
            </a:r>
          </a:p>
        </p:txBody>
      </p:sp>
    </p:spTree>
    <p:extLst>
      <p:ext uri="{BB962C8B-B14F-4D97-AF65-F5344CB8AC3E}">
        <p14:creationId xmlns:p14="http://schemas.microsoft.com/office/powerpoint/2010/main" val="1573844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4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49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5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63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9913" y="1056873"/>
            <a:ext cx="4735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ВОПРОС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072" y="5707039"/>
            <a:ext cx="1512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ОТВЕТ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51197" y="5685278"/>
            <a:ext cx="66181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B. </a:t>
            </a:r>
            <a:r>
              <a:rPr lang="ru-RU" sz="3200" b="1" dirty="0">
                <a:solidFill>
                  <a:srgbClr val="FF0000"/>
                </a:solidFill>
              </a:rPr>
              <a:t>История изменений</a:t>
            </a:r>
          </a:p>
        </p:txBody>
      </p:sp>
      <p:sp>
        <p:nvSpPr>
          <p:cNvPr id="6" name="Управляющая кнопка: домой 5">
            <a:hlinkClick r:id="" action="ppaction://hlinkshowjump?jump=firstslide" highlightClick="1"/>
          </p:cNvPr>
          <p:cNvSpPr/>
          <p:nvPr/>
        </p:nvSpPr>
        <p:spPr>
          <a:xfrm>
            <a:off x="11395881" y="6114197"/>
            <a:ext cx="796119" cy="743803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5BCAB7-4E13-5A87-6CB4-F7C0DCF76538}"/>
              </a:ext>
            </a:extLst>
          </p:cNvPr>
          <p:cNvSpPr txBox="1"/>
          <p:nvPr/>
        </p:nvSpPr>
        <p:spPr>
          <a:xfrm>
            <a:off x="409913" y="1519926"/>
            <a:ext cx="1099842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3200" dirty="0"/>
              <a:t>Учитель дал ученикам общий доступ к документу в Google </a:t>
            </a:r>
            <a:r>
              <a:rPr lang="ru-RU" sz="3200" dirty="0" err="1"/>
              <a:t>Docs</a:t>
            </a:r>
            <a:r>
              <a:rPr lang="ru-RU" sz="3200" dirty="0"/>
              <a:t>. Один ученик случайно удалил половину текста. Какое свойство облачных сервисов поможет восстановить документ?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67E66A1B-C6D4-022F-858C-40C4F32B39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847856"/>
              </p:ext>
            </p:extLst>
          </p:nvPr>
        </p:nvGraphicFramePr>
        <p:xfrm>
          <a:off x="2251242" y="3582029"/>
          <a:ext cx="7689516" cy="1895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4758">
                  <a:extLst>
                    <a:ext uri="{9D8B030D-6E8A-4147-A177-3AD203B41FA5}">
                      <a16:colId xmlns:a16="http://schemas.microsoft.com/office/drawing/2014/main" val="2236472970"/>
                    </a:ext>
                  </a:extLst>
                </a:gridCol>
                <a:gridCol w="3844758">
                  <a:extLst>
                    <a:ext uri="{9D8B030D-6E8A-4147-A177-3AD203B41FA5}">
                      <a16:colId xmlns:a16="http://schemas.microsoft.com/office/drawing/2014/main" val="3275581247"/>
                    </a:ext>
                  </a:extLst>
                </a:gridCol>
              </a:tblGrid>
              <a:tr h="94759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4413489"/>
                  </a:ext>
                </a:extLst>
              </a:tr>
              <a:tr h="94759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17430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0D303D0-B6DC-5204-B214-CFF8B9218678}"/>
              </a:ext>
            </a:extLst>
          </p:cNvPr>
          <p:cNvSpPr txBox="1"/>
          <p:nvPr/>
        </p:nvSpPr>
        <p:spPr>
          <a:xfrm>
            <a:off x="6158712" y="3875993"/>
            <a:ext cx="37820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B. </a:t>
            </a:r>
            <a:r>
              <a:rPr lang="ru-RU" sz="2800" b="1" dirty="0"/>
              <a:t>История изменений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642EEE-2144-3C8A-132B-FE3AAECCBBDC}"/>
              </a:ext>
            </a:extLst>
          </p:cNvPr>
          <p:cNvSpPr txBox="1"/>
          <p:nvPr/>
        </p:nvSpPr>
        <p:spPr>
          <a:xfrm>
            <a:off x="2664826" y="4770034"/>
            <a:ext cx="36523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C. </a:t>
            </a:r>
            <a:r>
              <a:rPr lang="ru-RU" sz="2800" b="1" dirty="0"/>
              <a:t>Офлайн режим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1CCA6F-66DB-BA3C-1FDF-5EEF5CD5082B}"/>
              </a:ext>
            </a:extLst>
          </p:cNvPr>
          <p:cNvSpPr txBox="1"/>
          <p:nvPr/>
        </p:nvSpPr>
        <p:spPr>
          <a:xfrm>
            <a:off x="2658720" y="3897196"/>
            <a:ext cx="36523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A. </a:t>
            </a:r>
            <a:r>
              <a:rPr lang="ru-RU" sz="2800" b="1" dirty="0"/>
              <a:t>Автосохранение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F32680-AD66-ACDA-4587-BC3C20EB7B6B}"/>
              </a:ext>
            </a:extLst>
          </p:cNvPr>
          <p:cNvSpPr txBox="1"/>
          <p:nvPr/>
        </p:nvSpPr>
        <p:spPr>
          <a:xfrm>
            <a:off x="6260292" y="4791237"/>
            <a:ext cx="36523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D. </a:t>
            </a:r>
            <a:r>
              <a:rPr lang="ru-RU" sz="2800" b="1" dirty="0"/>
              <a:t>Синхронизация</a:t>
            </a:r>
          </a:p>
        </p:txBody>
      </p:sp>
    </p:spTree>
    <p:extLst>
      <p:ext uri="{BB962C8B-B14F-4D97-AF65-F5344CB8AC3E}">
        <p14:creationId xmlns:p14="http://schemas.microsoft.com/office/powerpoint/2010/main" val="3237638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30072" y="5707039"/>
            <a:ext cx="1512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ОТВЕТ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8401" y="5707038"/>
            <a:ext cx="75108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FF0000"/>
                </a:solidFill>
              </a:rPr>
              <a:t>B. Сравнить аргументы и проверить информацию в других источниках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6" name="Управляющая кнопка: домой 5">
            <a:hlinkClick r:id="" action="ppaction://hlinkshowjump?jump=firstslide" highlightClick="1"/>
          </p:cNvPr>
          <p:cNvSpPr/>
          <p:nvPr/>
        </p:nvSpPr>
        <p:spPr>
          <a:xfrm>
            <a:off x="11395881" y="6114197"/>
            <a:ext cx="796119" cy="743803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E8857B-C096-712A-025B-8BDB3EF56ECE}"/>
              </a:ext>
            </a:extLst>
          </p:cNvPr>
          <p:cNvSpPr txBox="1"/>
          <p:nvPr/>
        </p:nvSpPr>
        <p:spPr>
          <a:xfrm>
            <a:off x="397461" y="868098"/>
            <a:ext cx="4735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ВОПРОС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A257E7-DB3C-400D-DD56-C6F2024D0F31}"/>
              </a:ext>
            </a:extLst>
          </p:cNvPr>
          <p:cNvSpPr txBox="1"/>
          <p:nvPr/>
        </p:nvSpPr>
        <p:spPr>
          <a:xfrm>
            <a:off x="397461" y="1329694"/>
            <a:ext cx="1099842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3200" dirty="0"/>
              <a:t>Два ученика одновременно редактируют один документ в облаке. Один пишет правильное решение, второй — неправильное. Какой способ лучше всего поможет определить правильный ответ?</a:t>
            </a:r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664442AE-B373-E2E5-C6F8-E40AA2F235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913653"/>
              </p:ext>
            </p:extLst>
          </p:nvPr>
        </p:nvGraphicFramePr>
        <p:xfrm>
          <a:off x="1719802" y="3354594"/>
          <a:ext cx="8810818" cy="2352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6480">
                  <a:extLst>
                    <a:ext uri="{9D8B030D-6E8A-4147-A177-3AD203B41FA5}">
                      <a16:colId xmlns:a16="http://schemas.microsoft.com/office/drawing/2014/main" val="2236472970"/>
                    </a:ext>
                  </a:extLst>
                </a:gridCol>
                <a:gridCol w="4444338">
                  <a:extLst>
                    <a:ext uri="{9D8B030D-6E8A-4147-A177-3AD203B41FA5}">
                      <a16:colId xmlns:a16="http://schemas.microsoft.com/office/drawing/2014/main" val="3275581247"/>
                    </a:ext>
                  </a:extLst>
                </a:gridCol>
              </a:tblGrid>
              <a:tr h="117622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4413489"/>
                  </a:ext>
                </a:extLst>
              </a:tr>
              <a:tr h="117622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17430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CC876B0-7152-FDE9-C3C6-A5B2B9F1019B}"/>
              </a:ext>
            </a:extLst>
          </p:cNvPr>
          <p:cNvSpPr txBox="1"/>
          <p:nvPr/>
        </p:nvSpPr>
        <p:spPr>
          <a:xfrm>
            <a:off x="6010442" y="3193482"/>
            <a:ext cx="468799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B. Сравнить аргументы и проверить информацию в других источниках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5304D4-2BAF-3655-12CA-607A8CC71532}"/>
              </a:ext>
            </a:extLst>
          </p:cNvPr>
          <p:cNvSpPr txBox="1"/>
          <p:nvPr/>
        </p:nvSpPr>
        <p:spPr>
          <a:xfrm>
            <a:off x="1887621" y="4770298"/>
            <a:ext cx="36523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C. </a:t>
            </a:r>
            <a:r>
              <a:rPr lang="ru-RU" sz="2800" b="1" dirty="0"/>
              <a:t>Удалить оба ответа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629780-43C9-D1CE-7439-39435E682AEB}"/>
              </a:ext>
            </a:extLst>
          </p:cNvPr>
          <p:cNvSpPr txBox="1"/>
          <p:nvPr/>
        </p:nvSpPr>
        <p:spPr>
          <a:xfrm>
            <a:off x="1887621" y="3484424"/>
            <a:ext cx="420837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A. Принять решение того, кто быстрее печатает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438AE7-F4B2-CB91-C7EC-00DF8F1E0269}"/>
              </a:ext>
            </a:extLst>
          </p:cNvPr>
          <p:cNvSpPr txBox="1"/>
          <p:nvPr/>
        </p:nvSpPr>
        <p:spPr>
          <a:xfrm>
            <a:off x="6125211" y="4739589"/>
            <a:ext cx="365239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D. </a:t>
            </a:r>
            <a:r>
              <a:rPr lang="ru-RU" sz="2800" b="1" dirty="0"/>
              <a:t>Выбрать случайный ответ</a:t>
            </a:r>
          </a:p>
        </p:txBody>
      </p:sp>
    </p:spTree>
    <p:extLst>
      <p:ext uri="{BB962C8B-B14F-4D97-AF65-F5344CB8AC3E}">
        <p14:creationId xmlns:p14="http://schemas.microsoft.com/office/powerpoint/2010/main" val="3635367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30072" y="5707039"/>
            <a:ext cx="1512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ОТВЕТ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02280" y="5707038"/>
            <a:ext cx="69469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FF0000"/>
                </a:solidFill>
              </a:rPr>
              <a:t>С. Любой пользователь мог изменить документ</a:t>
            </a:r>
          </a:p>
        </p:txBody>
      </p:sp>
      <p:sp>
        <p:nvSpPr>
          <p:cNvPr id="6" name="Управляющая кнопка: домой 5">
            <a:hlinkClick r:id="" action="ppaction://hlinkshowjump?jump=firstslide" highlightClick="1"/>
          </p:cNvPr>
          <p:cNvSpPr/>
          <p:nvPr/>
        </p:nvSpPr>
        <p:spPr>
          <a:xfrm>
            <a:off x="11395881" y="6114197"/>
            <a:ext cx="796119" cy="743803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BE1BF0-58EB-CE0D-72B7-41F58A75EEFC}"/>
              </a:ext>
            </a:extLst>
          </p:cNvPr>
          <p:cNvSpPr txBox="1"/>
          <p:nvPr/>
        </p:nvSpPr>
        <p:spPr>
          <a:xfrm>
            <a:off x="397461" y="868098"/>
            <a:ext cx="4735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ВОПРОС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E4B88BAA-6043-3E79-42B6-EB3E5A8E13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444843"/>
              </p:ext>
            </p:extLst>
          </p:nvPr>
        </p:nvGraphicFramePr>
        <p:xfrm>
          <a:off x="1716505" y="3354594"/>
          <a:ext cx="8587874" cy="2352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993">
                  <a:extLst>
                    <a:ext uri="{9D8B030D-6E8A-4147-A177-3AD203B41FA5}">
                      <a16:colId xmlns:a16="http://schemas.microsoft.com/office/drawing/2014/main" val="2236472970"/>
                    </a:ext>
                  </a:extLst>
                </a:gridCol>
                <a:gridCol w="4331881">
                  <a:extLst>
                    <a:ext uri="{9D8B030D-6E8A-4147-A177-3AD203B41FA5}">
                      <a16:colId xmlns:a16="http://schemas.microsoft.com/office/drawing/2014/main" val="3275581247"/>
                    </a:ext>
                  </a:extLst>
                </a:gridCol>
              </a:tblGrid>
              <a:tr h="117622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4413489"/>
                  </a:ext>
                </a:extLst>
              </a:tr>
              <a:tr h="117622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17430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6085686-BABF-91BC-DB99-FA9A786CDE5F}"/>
              </a:ext>
            </a:extLst>
          </p:cNvPr>
          <p:cNvSpPr txBox="1"/>
          <p:nvPr/>
        </p:nvSpPr>
        <p:spPr>
          <a:xfrm>
            <a:off x="6010442" y="3491095"/>
            <a:ext cx="435078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В. Интернет работает слишком медленно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54A164-983C-01F7-7096-E5BC77E725B7}"/>
              </a:ext>
            </a:extLst>
          </p:cNvPr>
          <p:cNvSpPr txBox="1"/>
          <p:nvPr/>
        </p:nvSpPr>
        <p:spPr>
          <a:xfrm>
            <a:off x="1887621" y="4629820"/>
            <a:ext cx="423759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С. Любой пользователь мог изменить документ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DE20A3-92F8-041B-8622-454458F1A180}"/>
              </a:ext>
            </a:extLst>
          </p:cNvPr>
          <p:cNvSpPr txBox="1"/>
          <p:nvPr/>
        </p:nvSpPr>
        <p:spPr>
          <a:xfrm>
            <a:off x="1887621" y="3484424"/>
            <a:ext cx="420837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A. </a:t>
            </a:r>
            <a:r>
              <a:rPr lang="ru-RU" sz="2800" b="1" dirty="0"/>
              <a:t>Ошибка облачного сервера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068599-5093-95F3-62D7-FDC0FA478296}"/>
              </a:ext>
            </a:extLst>
          </p:cNvPr>
          <p:cNvSpPr txBox="1"/>
          <p:nvPr/>
        </p:nvSpPr>
        <p:spPr>
          <a:xfrm>
            <a:off x="6096000" y="4643769"/>
            <a:ext cx="365239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D. </a:t>
            </a:r>
            <a:r>
              <a:rPr lang="ru-RU" sz="2800" b="1" dirty="0"/>
              <a:t>Файл слишком большой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BD1594-CD22-6C90-67B1-36F4BC6B424A}"/>
              </a:ext>
            </a:extLst>
          </p:cNvPr>
          <p:cNvSpPr txBox="1"/>
          <p:nvPr/>
        </p:nvSpPr>
        <p:spPr>
          <a:xfrm>
            <a:off x="397461" y="1329694"/>
            <a:ext cx="1099842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3200" dirty="0"/>
              <a:t>Учитель дал ученикам ссылку на облачный документ с правом редактирования для всех. Через некоторое время в документе появились неправильные данные. Какая причина наиболее вероятна?</a:t>
            </a:r>
          </a:p>
        </p:txBody>
      </p:sp>
    </p:spTree>
    <p:extLst>
      <p:ext uri="{BB962C8B-B14F-4D97-AF65-F5344CB8AC3E}">
        <p14:creationId xmlns:p14="http://schemas.microsoft.com/office/powerpoint/2010/main" val="1230392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Таблица 14">
            <a:extLst>
              <a:ext uri="{FF2B5EF4-FFF2-40B4-BE49-F238E27FC236}">
                <a16:creationId xmlns:a16="http://schemas.microsoft.com/office/drawing/2014/main" id="{810EE8CE-69CD-0215-A42B-B650EE2B58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990186"/>
              </p:ext>
            </p:extLst>
          </p:nvPr>
        </p:nvGraphicFramePr>
        <p:xfrm>
          <a:off x="1798320" y="3582028"/>
          <a:ext cx="8534400" cy="2062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200">
                  <a:extLst>
                    <a:ext uri="{9D8B030D-6E8A-4147-A177-3AD203B41FA5}">
                      <a16:colId xmlns:a16="http://schemas.microsoft.com/office/drawing/2014/main" val="223647297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3275581247"/>
                    </a:ext>
                  </a:extLst>
                </a:gridCol>
              </a:tblGrid>
              <a:tr h="103105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4413489"/>
                  </a:ext>
                </a:extLst>
              </a:tr>
              <a:tr h="103105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17430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30072" y="5707039"/>
            <a:ext cx="1512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ОТВЕТ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98520" y="5673678"/>
            <a:ext cx="68122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C</a:t>
            </a:r>
            <a:r>
              <a:rPr lang="ru-RU" sz="3200" b="1" dirty="0">
                <a:solidFill>
                  <a:srgbClr val="FF0000"/>
                </a:solidFill>
              </a:rPr>
              <a:t>. Проверить информацию на нескольких источниках</a:t>
            </a:r>
          </a:p>
        </p:txBody>
      </p:sp>
      <p:sp>
        <p:nvSpPr>
          <p:cNvPr id="6" name="Управляющая кнопка: домой 5">
            <a:hlinkClick r:id="" action="ppaction://hlinkshowjump?jump=firstslide" highlightClick="1"/>
          </p:cNvPr>
          <p:cNvSpPr/>
          <p:nvPr/>
        </p:nvSpPr>
        <p:spPr>
          <a:xfrm>
            <a:off x="11395881" y="6114197"/>
            <a:ext cx="796119" cy="743803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8B4254-8E0B-F762-D986-5A984085C1C6}"/>
              </a:ext>
            </a:extLst>
          </p:cNvPr>
          <p:cNvSpPr txBox="1"/>
          <p:nvPr/>
        </p:nvSpPr>
        <p:spPr>
          <a:xfrm>
            <a:off x="409913" y="1056873"/>
            <a:ext cx="4735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ВОПРОС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BFDA46-CBE0-4AC7-7B8F-AA26F3A16274}"/>
              </a:ext>
            </a:extLst>
          </p:cNvPr>
          <p:cNvSpPr txBox="1"/>
          <p:nvPr/>
        </p:nvSpPr>
        <p:spPr>
          <a:xfrm>
            <a:off x="409913" y="1519926"/>
            <a:ext cx="1099842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3200" dirty="0"/>
              <a:t>Учитель дал ученикам общий доступ к документу в Google </a:t>
            </a:r>
            <a:r>
              <a:rPr lang="ru-RU" sz="3200" dirty="0" err="1"/>
              <a:t>Docs</a:t>
            </a:r>
            <a:r>
              <a:rPr lang="ru-RU" sz="3200" dirty="0"/>
              <a:t>. Один ученик случайно удалил половину текста. Какое свойство облачных сервисов поможет восстановить документ?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14A2C8-F12E-C594-50AB-9C2483E70929}"/>
              </a:ext>
            </a:extLst>
          </p:cNvPr>
          <p:cNvSpPr txBox="1"/>
          <p:nvPr/>
        </p:nvSpPr>
        <p:spPr>
          <a:xfrm>
            <a:off x="6158712" y="3875993"/>
            <a:ext cx="37820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B. </a:t>
            </a:r>
            <a:r>
              <a:rPr lang="ru-RU" sz="2800" b="1" dirty="0"/>
              <a:t>Скопировать текст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950507-C58B-3A37-095D-E7F71CBF1419}"/>
              </a:ext>
            </a:extLst>
          </p:cNvPr>
          <p:cNvSpPr txBox="1"/>
          <p:nvPr/>
        </p:nvSpPr>
        <p:spPr>
          <a:xfrm>
            <a:off x="1798320" y="4571293"/>
            <a:ext cx="472867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С. Проверить информацию на нескольких источниках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EEB1FB-7233-015D-A7E1-78C6CBDBEBDD}"/>
              </a:ext>
            </a:extLst>
          </p:cNvPr>
          <p:cNvSpPr txBox="1"/>
          <p:nvPr/>
        </p:nvSpPr>
        <p:spPr>
          <a:xfrm>
            <a:off x="1869505" y="3827237"/>
            <a:ext cx="42180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A. </a:t>
            </a:r>
            <a:r>
              <a:rPr lang="ru-RU" sz="2800" b="1" dirty="0"/>
              <a:t>Сразу принять ответ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F4A8AA-1E76-D5E0-43E4-48E0AE791A7B}"/>
              </a:ext>
            </a:extLst>
          </p:cNvPr>
          <p:cNvSpPr txBox="1"/>
          <p:nvPr/>
        </p:nvSpPr>
        <p:spPr>
          <a:xfrm>
            <a:off x="6223539" y="4740571"/>
            <a:ext cx="36523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D. </a:t>
            </a:r>
            <a:r>
              <a:rPr lang="ru-RU" sz="2800" b="1" dirty="0"/>
              <a:t>Закрыть сайт</a:t>
            </a:r>
          </a:p>
        </p:txBody>
      </p:sp>
    </p:spTree>
    <p:extLst>
      <p:ext uri="{BB962C8B-B14F-4D97-AF65-F5344CB8AC3E}">
        <p14:creationId xmlns:p14="http://schemas.microsoft.com/office/powerpoint/2010/main" val="1810694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30072" y="5707039"/>
            <a:ext cx="1512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ОТВЕТ</a:t>
            </a:r>
          </a:p>
        </p:txBody>
      </p:sp>
      <p:sp>
        <p:nvSpPr>
          <p:cNvPr id="6" name="Управляющая кнопка: домой 5">
            <a:hlinkClick r:id="" action="ppaction://hlinkshowjump?jump=firstslide" highlightClick="1"/>
          </p:cNvPr>
          <p:cNvSpPr/>
          <p:nvPr/>
        </p:nvSpPr>
        <p:spPr>
          <a:xfrm>
            <a:off x="11395881" y="6114197"/>
            <a:ext cx="796119" cy="743803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BC201F-87B0-5217-DF08-FA747F76C48A}"/>
              </a:ext>
            </a:extLst>
          </p:cNvPr>
          <p:cNvSpPr txBox="1"/>
          <p:nvPr/>
        </p:nvSpPr>
        <p:spPr>
          <a:xfrm>
            <a:off x="409913" y="1056873"/>
            <a:ext cx="4735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ВОПРОС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E22500-98F0-432F-3D57-C5CADE2436B1}"/>
              </a:ext>
            </a:extLst>
          </p:cNvPr>
          <p:cNvSpPr txBox="1"/>
          <p:nvPr/>
        </p:nvSpPr>
        <p:spPr>
          <a:xfrm>
            <a:off x="630072" y="5707039"/>
            <a:ext cx="1512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ОТВЕТ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AE1203-5523-6C94-91F5-C7783A7CEF59}"/>
              </a:ext>
            </a:extLst>
          </p:cNvPr>
          <p:cNvSpPr txBox="1"/>
          <p:nvPr/>
        </p:nvSpPr>
        <p:spPr>
          <a:xfrm>
            <a:off x="2951197" y="5701961"/>
            <a:ext cx="66181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D</a:t>
            </a:r>
            <a:r>
              <a:rPr lang="ru-RU" sz="3200" b="1" dirty="0">
                <a:solidFill>
                  <a:srgbClr val="FF0000"/>
                </a:solidFill>
              </a:rPr>
              <a:t>. Сравнить источники и проверить авторитетность информации</a:t>
            </a:r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2D0A7FFF-D870-D1CD-D6D8-359861AF6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91668"/>
              </p:ext>
            </p:extLst>
          </p:nvPr>
        </p:nvGraphicFramePr>
        <p:xfrm>
          <a:off x="2142698" y="3143237"/>
          <a:ext cx="8156334" cy="2202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8167">
                  <a:extLst>
                    <a:ext uri="{9D8B030D-6E8A-4147-A177-3AD203B41FA5}">
                      <a16:colId xmlns:a16="http://schemas.microsoft.com/office/drawing/2014/main" val="2236472970"/>
                    </a:ext>
                  </a:extLst>
                </a:gridCol>
                <a:gridCol w="4078167">
                  <a:extLst>
                    <a:ext uri="{9D8B030D-6E8A-4147-A177-3AD203B41FA5}">
                      <a16:colId xmlns:a16="http://schemas.microsoft.com/office/drawing/2014/main" val="3275581247"/>
                    </a:ext>
                  </a:extLst>
                </a:gridCol>
              </a:tblGrid>
              <a:tr h="110109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4413489"/>
                  </a:ext>
                </a:extLst>
              </a:tr>
              <a:tr h="110109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17430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BD740D3-68AF-E1E8-D6FF-E2ED47F722CF}"/>
              </a:ext>
            </a:extLst>
          </p:cNvPr>
          <p:cNvSpPr txBox="1"/>
          <p:nvPr/>
        </p:nvSpPr>
        <p:spPr>
          <a:xfrm>
            <a:off x="6220865" y="3193777"/>
            <a:ext cx="37820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k-KZ" sz="2800" b="1" dirty="0"/>
              <a:t>В</a:t>
            </a:r>
            <a:r>
              <a:rPr lang="en-US" sz="2800" b="1" dirty="0"/>
              <a:t>. </a:t>
            </a:r>
            <a:r>
              <a:rPr lang="ru-RU" sz="2800" b="1" dirty="0"/>
              <a:t>Игнорировать оба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3638AF-ED90-4013-BEA9-DD019E04B0D1}"/>
              </a:ext>
            </a:extLst>
          </p:cNvPr>
          <p:cNvSpPr txBox="1"/>
          <p:nvPr/>
        </p:nvSpPr>
        <p:spPr>
          <a:xfrm>
            <a:off x="2378780" y="4300142"/>
            <a:ext cx="365239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С. Выбрать самый короткий ответ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030572-19ED-FA07-881E-C572459E9D28}"/>
              </a:ext>
            </a:extLst>
          </p:cNvPr>
          <p:cNvSpPr txBox="1"/>
          <p:nvPr/>
        </p:nvSpPr>
        <p:spPr>
          <a:xfrm>
            <a:off x="2378780" y="3143238"/>
            <a:ext cx="388151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A. </a:t>
            </a:r>
            <a:r>
              <a:rPr lang="ru-RU" sz="2800" b="1" dirty="0"/>
              <a:t>Выбрать более красивый сайт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0944B3-88BD-D3A7-7C61-087D904A2C52}"/>
              </a:ext>
            </a:extLst>
          </p:cNvPr>
          <p:cNvSpPr txBox="1"/>
          <p:nvPr/>
        </p:nvSpPr>
        <p:spPr>
          <a:xfrm>
            <a:off x="6220865" y="4084699"/>
            <a:ext cx="44889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D</a:t>
            </a:r>
            <a:r>
              <a:rPr lang="ru-RU" sz="2800" b="1" dirty="0"/>
              <a:t>. Сравнить источники и проверить авторитетность информации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F09D5E-4F59-6445-1902-E2921D36578C}"/>
              </a:ext>
            </a:extLst>
          </p:cNvPr>
          <p:cNvSpPr txBox="1"/>
          <p:nvPr/>
        </p:nvSpPr>
        <p:spPr>
          <a:xfrm>
            <a:off x="409913" y="1853834"/>
            <a:ext cx="109984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3200" dirty="0"/>
              <a:t>Два сайта дают разные ответы на один и тот же вопрос по информатике. Какой шаг будет наиболее логичным?</a:t>
            </a:r>
          </a:p>
        </p:txBody>
      </p:sp>
    </p:spTree>
    <p:extLst>
      <p:ext uri="{BB962C8B-B14F-4D97-AF65-F5344CB8AC3E}">
        <p14:creationId xmlns:p14="http://schemas.microsoft.com/office/powerpoint/2010/main" val="296917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30072" y="5707039"/>
            <a:ext cx="1512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ОТВЕТ</a:t>
            </a:r>
          </a:p>
        </p:txBody>
      </p:sp>
      <p:sp>
        <p:nvSpPr>
          <p:cNvPr id="6" name="Управляющая кнопка: домой 5">
            <a:hlinkClick r:id="" action="ppaction://hlinkshowjump?jump=firstslide" highlightClick="1"/>
          </p:cNvPr>
          <p:cNvSpPr/>
          <p:nvPr/>
        </p:nvSpPr>
        <p:spPr>
          <a:xfrm>
            <a:off x="11395881" y="6114197"/>
            <a:ext cx="796119" cy="743803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5FF5F8-616C-21EE-F758-F42FD493AA8C}"/>
              </a:ext>
            </a:extLst>
          </p:cNvPr>
          <p:cNvSpPr txBox="1"/>
          <p:nvPr/>
        </p:nvSpPr>
        <p:spPr>
          <a:xfrm>
            <a:off x="630072" y="5707039"/>
            <a:ext cx="1512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ОТВЕТ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2DDF12-5274-6160-69CA-3E2CAC8C42A4}"/>
              </a:ext>
            </a:extLst>
          </p:cNvPr>
          <p:cNvSpPr txBox="1"/>
          <p:nvPr/>
        </p:nvSpPr>
        <p:spPr>
          <a:xfrm>
            <a:off x="3002280" y="5707038"/>
            <a:ext cx="69469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FF0000"/>
                </a:solidFill>
              </a:rPr>
              <a:t>B. Второй, потому что приводит аргументы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0CA18A-10A0-93D4-0424-749E8A240805}"/>
              </a:ext>
            </a:extLst>
          </p:cNvPr>
          <p:cNvSpPr txBox="1"/>
          <p:nvPr/>
        </p:nvSpPr>
        <p:spPr>
          <a:xfrm>
            <a:off x="397461" y="397182"/>
            <a:ext cx="4735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ВОПРОС</a:t>
            </a: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0BDA501-39D2-B8D4-708A-2A24A2F9E9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316288"/>
              </p:ext>
            </p:extLst>
          </p:nvPr>
        </p:nvGraphicFramePr>
        <p:xfrm>
          <a:off x="1716505" y="3354594"/>
          <a:ext cx="8587874" cy="2352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993">
                  <a:extLst>
                    <a:ext uri="{9D8B030D-6E8A-4147-A177-3AD203B41FA5}">
                      <a16:colId xmlns:a16="http://schemas.microsoft.com/office/drawing/2014/main" val="2236472970"/>
                    </a:ext>
                  </a:extLst>
                </a:gridCol>
                <a:gridCol w="4331881">
                  <a:extLst>
                    <a:ext uri="{9D8B030D-6E8A-4147-A177-3AD203B41FA5}">
                      <a16:colId xmlns:a16="http://schemas.microsoft.com/office/drawing/2014/main" val="3275581247"/>
                    </a:ext>
                  </a:extLst>
                </a:gridCol>
              </a:tblGrid>
              <a:tr h="117622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4413489"/>
                  </a:ext>
                </a:extLst>
              </a:tr>
              <a:tr h="117622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17430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D551EA7-DC18-91A9-8EDA-47A8F3318122}"/>
              </a:ext>
            </a:extLst>
          </p:cNvPr>
          <p:cNvSpPr txBox="1"/>
          <p:nvPr/>
        </p:nvSpPr>
        <p:spPr>
          <a:xfrm>
            <a:off x="6010442" y="3491095"/>
            <a:ext cx="435078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B. Второй, потому что приводит аргументы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C7D684-BC3F-98A4-0B09-65CDF8307CC1}"/>
              </a:ext>
            </a:extLst>
          </p:cNvPr>
          <p:cNvSpPr txBox="1"/>
          <p:nvPr/>
        </p:nvSpPr>
        <p:spPr>
          <a:xfrm>
            <a:off x="1887621" y="4629820"/>
            <a:ext cx="423759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C. </a:t>
            </a:r>
            <a:r>
              <a:rPr lang="ru-RU" sz="2800" b="1" dirty="0"/>
              <a:t>Оба одинаково правильны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2AF022-D69F-2898-82B4-97B2CDB6B725}"/>
              </a:ext>
            </a:extLst>
          </p:cNvPr>
          <p:cNvSpPr txBox="1"/>
          <p:nvPr/>
        </p:nvSpPr>
        <p:spPr>
          <a:xfrm>
            <a:off x="1830776" y="3436514"/>
            <a:ext cx="420837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A. Первый, потому что он уверен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AAE4C7-33FD-6C95-D8A7-5AAA876997BB}"/>
              </a:ext>
            </a:extLst>
          </p:cNvPr>
          <p:cNvSpPr txBox="1"/>
          <p:nvPr/>
        </p:nvSpPr>
        <p:spPr>
          <a:xfrm>
            <a:off x="6096000" y="4643769"/>
            <a:ext cx="36523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D. </a:t>
            </a:r>
            <a:r>
              <a:rPr lang="ru-RU" sz="2800" b="1" dirty="0"/>
              <a:t>Ни один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582CD1-46A2-B2EA-D801-E6F5964816B3}"/>
              </a:ext>
            </a:extLst>
          </p:cNvPr>
          <p:cNvSpPr txBox="1"/>
          <p:nvPr/>
        </p:nvSpPr>
        <p:spPr>
          <a:xfrm>
            <a:off x="397461" y="881969"/>
            <a:ext cx="1139707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3200" dirty="0"/>
              <a:t>Ученики обсуждают решение задачи в общем облачном документе. Один ученик утверждает, что его решение правильное, но не может объяснить почему. Другой ученик объясняет решение шаг за шагом. Какой вариант более убедителен?</a:t>
            </a:r>
          </a:p>
        </p:txBody>
      </p:sp>
    </p:spTree>
    <p:extLst>
      <p:ext uri="{BB962C8B-B14F-4D97-AF65-F5344CB8AC3E}">
        <p14:creationId xmlns:p14="http://schemas.microsoft.com/office/powerpoint/2010/main" val="1540878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302" y="782122"/>
            <a:ext cx="4735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ВОПРОС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7774" y="5780471"/>
            <a:ext cx="1512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ОТВЕТ</a:t>
            </a:r>
          </a:p>
        </p:txBody>
      </p:sp>
      <p:sp>
        <p:nvSpPr>
          <p:cNvPr id="6" name="Управляющая кнопка: домой 5">
            <a:hlinkClick r:id="" action="ppaction://hlinkshowjump?jump=firstslide" highlightClick="1"/>
          </p:cNvPr>
          <p:cNvSpPr/>
          <p:nvPr/>
        </p:nvSpPr>
        <p:spPr>
          <a:xfrm>
            <a:off x="11395881" y="6114197"/>
            <a:ext cx="796119" cy="743803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248A9D-3D81-988C-D675-EF18D00CC1F2}"/>
              </a:ext>
            </a:extLst>
          </p:cNvPr>
          <p:cNvSpPr txBox="1"/>
          <p:nvPr/>
        </p:nvSpPr>
        <p:spPr>
          <a:xfrm>
            <a:off x="311302" y="1366897"/>
            <a:ext cx="1157589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3200" dirty="0"/>
              <a:t>Ученики делают совместную презентацию в облаке. Один ученик просто копирует текст из интернета. Почему это плохо с точки зрения критического мышления?</a:t>
            </a:r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411DFE3D-1CB6-FDC6-DA51-7A57439D56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928648"/>
              </p:ext>
            </p:extLst>
          </p:nvPr>
        </p:nvGraphicFramePr>
        <p:xfrm>
          <a:off x="1716505" y="3354594"/>
          <a:ext cx="8587874" cy="2352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993">
                  <a:extLst>
                    <a:ext uri="{9D8B030D-6E8A-4147-A177-3AD203B41FA5}">
                      <a16:colId xmlns:a16="http://schemas.microsoft.com/office/drawing/2014/main" val="2236472970"/>
                    </a:ext>
                  </a:extLst>
                </a:gridCol>
                <a:gridCol w="4331881">
                  <a:extLst>
                    <a:ext uri="{9D8B030D-6E8A-4147-A177-3AD203B41FA5}">
                      <a16:colId xmlns:a16="http://schemas.microsoft.com/office/drawing/2014/main" val="3275581247"/>
                    </a:ext>
                  </a:extLst>
                </a:gridCol>
              </a:tblGrid>
              <a:tr h="117622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4413489"/>
                  </a:ext>
                </a:extLst>
              </a:tr>
              <a:tr h="117622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17430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81CD18E-18EA-A7D0-9A94-723F93380481}"/>
              </a:ext>
            </a:extLst>
          </p:cNvPr>
          <p:cNvSpPr txBox="1"/>
          <p:nvPr/>
        </p:nvSpPr>
        <p:spPr>
          <a:xfrm>
            <a:off x="6010442" y="3491095"/>
            <a:ext cx="435078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B. Второй, потому что приводит аргументы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1917FC-E353-7574-BDA1-D4682200012E}"/>
              </a:ext>
            </a:extLst>
          </p:cNvPr>
          <p:cNvSpPr txBox="1"/>
          <p:nvPr/>
        </p:nvSpPr>
        <p:spPr>
          <a:xfrm>
            <a:off x="1887621" y="4629820"/>
            <a:ext cx="423759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C. </a:t>
            </a:r>
            <a:r>
              <a:rPr lang="ru-RU" sz="2800" b="1" dirty="0"/>
              <a:t>Оба одинаково правильны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23FBAF-F409-EA5E-AECA-58AD0B3EADBF}"/>
              </a:ext>
            </a:extLst>
          </p:cNvPr>
          <p:cNvSpPr txBox="1"/>
          <p:nvPr/>
        </p:nvSpPr>
        <p:spPr>
          <a:xfrm>
            <a:off x="1830776" y="3436514"/>
            <a:ext cx="420837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A. Первый, потому что он уверен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6E1B4D-E7BF-44CD-65AB-DB55185AE24D}"/>
              </a:ext>
            </a:extLst>
          </p:cNvPr>
          <p:cNvSpPr txBox="1"/>
          <p:nvPr/>
        </p:nvSpPr>
        <p:spPr>
          <a:xfrm>
            <a:off x="6096000" y="4643769"/>
            <a:ext cx="36523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D. </a:t>
            </a:r>
            <a:r>
              <a:rPr lang="ru-RU" sz="2800" b="1" dirty="0"/>
              <a:t>Ни один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F916DC-C3B3-F618-E88F-BA09B9F1327D}"/>
              </a:ext>
            </a:extLst>
          </p:cNvPr>
          <p:cNvSpPr txBox="1"/>
          <p:nvPr/>
        </p:nvSpPr>
        <p:spPr>
          <a:xfrm>
            <a:off x="2388509" y="5724449"/>
            <a:ext cx="7986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FF0000"/>
                </a:solidFill>
              </a:rPr>
              <a:t>B. Информация может быть недостоверной</a:t>
            </a:r>
          </a:p>
        </p:txBody>
      </p:sp>
      <p:graphicFrame>
        <p:nvGraphicFramePr>
          <p:cNvPr id="20" name="Таблица 19">
            <a:extLst>
              <a:ext uri="{FF2B5EF4-FFF2-40B4-BE49-F238E27FC236}">
                <a16:creationId xmlns:a16="http://schemas.microsoft.com/office/drawing/2014/main" id="{4748DA91-DF13-2503-E718-68CCEE416D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556830"/>
              </p:ext>
            </p:extLst>
          </p:nvPr>
        </p:nvGraphicFramePr>
        <p:xfrm>
          <a:off x="1716505" y="3354594"/>
          <a:ext cx="8587874" cy="2352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993">
                  <a:extLst>
                    <a:ext uri="{9D8B030D-6E8A-4147-A177-3AD203B41FA5}">
                      <a16:colId xmlns:a16="http://schemas.microsoft.com/office/drawing/2014/main" val="2236472970"/>
                    </a:ext>
                  </a:extLst>
                </a:gridCol>
                <a:gridCol w="4331881">
                  <a:extLst>
                    <a:ext uri="{9D8B030D-6E8A-4147-A177-3AD203B41FA5}">
                      <a16:colId xmlns:a16="http://schemas.microsoft.com/office/drawing/2014/main" val="3275581247"/>
                    </a:ext>
                  </a:extLst>
                </a:gridCol>
              </a:tblGrid>
              <a:tr h="117622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4413489"/>
                  </a:ext>
                </a:extLst>
              </a:tr>
              <a:tr h="117622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174301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4C7B36AB-5685-0022-624C-823E88A88601}"/>
              </a:ext>
            </a:extLst>
          </p:cNvPr>
          <p:cNvSpPr txBox="1"/>
          <p:nvPr/>
        </p:nvSpPr>
        <p:spPr>
          <a:xfrm>
            <a:off x="6010442" y="3491095"/>
            <a:ext cx="435078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B. Информация может быть недостоверной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2FE2AE-4D01-353E-4A2C-EECE0115DC9B}"/>
              </a:ext>
            </a:extLst>
          </p:cNvPr>
          <p:cNvSpPr txBox="1"/>
          <p:nvPr/>
        </p:nvSpPr>
        <p:spPr>
          <a:xfrm>
            <a:off x="1887621" y="4629820"/>
            <a:ext cx="423759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C. </a:t>
            </a:r>
            <a:r>
              <a:rPr lang="ru-RU" sz="2800" b="1" dirty="0"/>
              <a:t>Презентация будет красивой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E0362A-8D81-6617-AB74-0C645D49FC3B}"/>
              </a:ext>
            </a:extLst>
          </p:cNvPr>
          <p:cNvSpPr txBox="1"/>
          <p:nvPr/>
        </p:nvSpPr>
        <p:spPr>
          <a:xfrm>
            <a:off x="1830776" y="3436514"/>
            <a:ext cx="420837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A. Презентация станет слишком длинной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A23FC9-FE32-933F-DE55-5C6BE2479C08}"/>
              </a:ext>
            </a:extLst>
          </p:cNvPr>
          <p:cNvSpPr txBox="1"/>
          <p:nvPr/>
        </p:nvSpPr>
        <p:spPr>
          <a:xfrm>
            <a:off x="6096000" y="4643769"/>
            <a:ext cx="365239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D. Учитель не увидит файл</a:t>
            </a:r>
          </a:p>
        </p:txBody>
      </p:sp>
    </p:spTree>
    <p:extLst>
      <p:ext uri="{BB962C8B-B14F-4D97-AF65-F5344CB8AC3E}">
        <p14:creationId xmlns:p14="http://schemas.microsoft.com/office/powerpoint/2010/main" val="1519948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29467" y="5707038"/>
            <a:ext cx="70197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B. </a:t>
            </a:r>
            <a:r>
              <a:rPr lang="ru-RU" sz="3200" b="1" dirty="0">
                <a:solidFill>
                  <a:srgbClr val="FF0000"/>
                </a:solidFill>
              </a:rPr>
              <a:t>Анализ и аргументация</a:t>
            </a:r>
          </a:p>
        </p:txBody>
      </p:sp>
      <p:sp>
        <p:nvSpPr>
          <p:cNvPr id="6" name="Управляющая кнопка: домой 5">
            <a:hlinkClick r:id="" action="ppaction://hlinkshowjump?jump=firstslide" highlightClick="1"/>
          </p:cNvPr>
          <p:cNvSpPr/>
          <p:nvPr/>
        </p:nvSpPr>
        <p:spPr>
          <a:xfrm>
            <a:off x="11395881" y="6114197"/>
            <a:ext cx="796119" cy="743803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6E2EDD-EEAB-FB9B-0515-5E6E0B761872}"/>
              </a:ext>
            </a:extLst>
          </p:cNvPr>
          <p:cNvSpPr txBox="1"/>
          <p:nvPr/>
        </p:nvSpPr>
        <p:spPr>
          <a:xfrm>
            <a:off x="311302" y="804485"/>
            <a:ext cx="4735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ВОПРОС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476716-2ABC-548B-C914-5BE9874E3F2D}"/>
              </a:ext>
            </a:extLst>
          </p:cNvPr>
          <p:cNvSpPr txBox="1"/>
          <p:nvPr/>
        </p:nvSpPr>
        <p:spPr>
          <a:xfrm>
            <a:off x="311302" y="1366897"/>
            <a:ext cx="1157589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3200" dirty="0"/>
              <a:t>Учитель попросил учеников обсудить в облачном документе разные решения задачи. Какой навык при этом развивается больше всего?</a:t>
            </a:r>
          </a:p>
        </p:txBody>
      </p:sp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3024C6BD-F2DF-05A0-7851-47FE63275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299365"/>
              </p:ext>
            </p:extLst>
          </p:nvPr>
        </p:nvGraphicFramePr>
        <p:xfrm>
          <a:off x="1716505" y="3354594"/>
          <a:ext cx="8587874" cy="2352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993">
                  <a:extLst>
                    <a:ext uri="{9D8B030D-6E8A-4147-A177-3AD203B41FA5}">
                      <a16:colId xmlns:a16="http://schemas.microsoft.com/office/drawing/2014/main" val="2236472970"/>
                    </a:ext>
                  </a:extLst>
                </a:gridCol>
                <a:gridCol w="4331881">
                  <a:extLst>
                    <a:ext uri="{9D8B030D-6E8A-4147-A177-3AD203B41FA5}">
                      <a16:colId xmlns:a16="http://schemas.microsoft.com/office/drawing/2014/main" val="3275581247"/>
                    </a:ext>
                  </a:extLst>
                </a:gridCol>
              </a:tblGrid>
              <a:tr h="117622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4413489"/>
                  </a:ext>
                </a:extLst>
              </a:tr>
              <a:tr h="117622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17430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332C9F73-E702-C71F-A150-4384E9B2E92F}"/>
              </a:ext>
            </a:extLst>
          </p:cNvPr>
          <p:cNvSpPr txBox="1"/>
          <p:nvPr/>
        </p:nvSpPr>
        <p:spPr>
          <a:xfrm>
            <a:off x="6010442" y="3609676"/>
            <a:ext cx="43507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B. </a:t>
            </a:r>
            <a:r>
              <a:rPr lang="ru-RU" sz="2800" b="1" dirty="0"/>
              <a:t>Анализ и аргументация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E66039-EBAF-197F-3B92-AE9A16E7AF9A}"/>
              </a:ext>
            </a:extLst>
          </p:cNvPr>
          <p:cNvSpPr txBox="1"/>
          <p:nvPr/>
        </p:nvSpPr>
        <p:spPr>
          <a:xfrm>
            <a:off x="2113488" y="4629820"/>
            <a:ext cx="34265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C. </a:t>
            </a:r>
            <a:r>
              <a:rPr lang="ru-RU" sz="2800" b="1" dirty="0"/>
              <a:t>Переписывание текста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9299B6-D74C-4691-DF9B-081186AE3841}"/>
              </a:ext>
            </a:extLst>
          </p:cNvPr>
          <p:cNvSpPr txBox="1"/>
          <p:nvPr/>
        </p:nvSpPr>
        <p:spPr>
          <a:xfrm>
            <a:off x="2142699" y="3635972"/>
            <a:ext cx="42083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A. </a:t>
            </a:r>
            <a:r>
              <a:rPr lang="ru-RU" sz="2800" b="1" dirty="0"/>
              <a:t>Запоминание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64AA74-94DF-E449-8980-E0DE9D135365}"/>
              </a:ext>
            </a:extLst>
          </p:cNvPr>
          <p:cNvSpPr txBox="1"/>
          <p:nvPr/>
        </p:nvSpPr>
        <p:spPr>
          <a:xfrm>
            <a:off x="6096000" y="4713190"/>
            <a:ext cx="36523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D. </a:t>
            </a:r>
            <a:r>
              <a:rPr lang="ru-RU" sz="2800" b="1" dirty="0"/>
              <a:t>Быстрое печатание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86767E-2CD0-D608-3987-E4A94A33AA29}"/>
              </a:ext>
            </a:extLst>
          </p:cNvPr>
          <p:cNvSpPr txBox="1"/>
          <p:nvPr/>
        </p:nvSpPr>
        <p:spPr>
          <a:xfrm>
            <a:off x="477672" y="5761127"/>
            <a:ext cx="1512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ОТВЕТ</a:t>
            </a:r>
          </a:p>
        </p:txBody>
      </p:sp>
    </p:spTree>
    <p:extLst>
      <p:ext uri="{BB962C8B-B14F-4D97-AF65-F5344CB8AC3E}">
        <p14:creationId xmlns:p14="http://schemas.microsoft.com/office/powerpoint/2010/main" val="2748451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7672" y="979494"/>
            <a:ext cx="4735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ВОПРОС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072" y="5707039"/>
            <a:ext cx="1512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ОТВЕТ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35863" y="5821809"/>
            <a:ext cx="73753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A. </a:t>
            </a:r>
            <a:r>
              <a:rPr lang="ru-RU" sz="3200" b="1" dirty="0">
                <a:solidFill>
                  <a:srgbClr val="FF0000"/>
                </a:solidFill>
              </a:rPr>
              <a:t>Проверить несколько источников и сделать собственный вывод</a:t>
            </a:r>
          </a:p>
        </p:txBody>
      </p:sp>
      <p:sp>
        <p:nvSpPr>
          <p:cNvPr id="6" name="Управляющая кнопка: домой 5">
            <a:hlinkClick r:id="" action="ppaction://hlinkshowjump?jump=firstslide" highlightClick="1"/>
          </p:cNvPr>
          <p:cNvSpPr/>
          <p:nvPr/>
        </p:nvSpPr>
        <p:spPr>
          <a:xfrm>
            <a:off x="11395881" y="6114197"/>
            <a:ext cx="796119" cy="743803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2CA415-793A-59BA-159D-9C3A913EB9E2}"/>
              </a:ext>
            </a:extLst>
          </p:cNvPr>
          <p:cNvSpPr txBox="1"/>
          <p:nvPr/>
        </p:nvSpPr>
        <p:spPr>
          <a:xfrm>
            <a:off x="477672" y="1564269"/>
            <a:ext cx="112366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3200" dirty="0"/>
              <a:t>Ученики получили задание найти информацию в интернете и добавить её в общий облачный документ. Что является наиболее правильным подходом?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55DCBC20-6041-D9CD-4C55-01C050C154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883483"/>
              </p:ext>
            </p:extLst>
          </p:nvPr>
        </p:nvGraphicFramePr>
        <p:xfrm>
          <a:off x="1830776" y="3354595"/>
          <a:ext cx="8587874" cy="2352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993">
                  <a:extLst>
                    <a:ext uri="{9D8B030D-6E8A-4147-A177-3AD203B41FA5}">
                      <a16:colId xmlns:a16="http://schemas.microsoft.com/office/drawing/2014/main" val="2236472970"/>
                    </a:ext>
                  </a:extLst>
                </a:gridCol>
                <a:gridCol w="4331881">
                  <a:extLst>
                    <a:ext uri="{9D8B030D-6E8A-4147-A177-3AD203B41FA5}">
                      <a16:colId xmlns:a16="http://schemas.microsoft.com/office/drawing/2014/main" val="3275581247"/>
                    </a:ext>
                  </a:extLst>
                </a:gridCol>
              </a:tblGrid>
              <a:tr h="117622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4413489"/>
                  </a:ext>
                </a:extLst>
              </a:tr>
              <a:tr h="117622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1743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79F1A48-011D-F4CB-D7D8-E20F4EAA93DB}"/>
              </a:ext>
            </a:extLst>
          </p:cNvPr>
          <p:cNvSpPr txBox="1"/>
          <p:nvPr/>
        </p:nvSpPr>
        <p:spPr>
          <a:xfrm>
            <a:off x="6124713" y="3434709"/>
            <a:ext cx="435078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B. </a:t>
            </a:r>
            <a:r>
              <a:rPr lang="ru-RU" sz="2800" b="1" dirty="0"/>
              <a:t>Добавить первый найденный текст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399FDC-9F1F-F975-C6E7-C6B24B79C85F}"/>
              </a:ext>
            </a:extLst>
          </p:cNvPr>
          <p:cNvSpPr txBox="1"/>
          <p:nvPr/>
        </p:nvSpPr>
        <p:spPr>
          <a:xfrm>
            <a:off x="1887621" y="3248700"/>
            <a:ext cx="539956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A</a:t>
            </a:r>
            <a:r>
              <a:rPr lang="ru-RU" sz="2800" b="1" dirty="0"/>
              <a:t>. Проверить несколько источников и сделать собственный вывод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2F4D3F-D2C2-4CEC-3DA6-78E5CF254185}"/>
              </a:ext>
            </a:extLst>
          </p:cNvPr>
          <p:cNvSpPr txBox="1"/>
          <p:nvPr/>
        </p:nvSpPr>
        <p:spPr>
          <a:xfrm>
            <a:off x="6081643" y="4593176"/>
            <a:ext cx="42083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D. </a:t>
            </a:r>
            <a:r>
              <a:rPr lang="ru-RU" sz="2800" b="1" dirty="0"/>
              <a:t>Ничего не проверять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3E783A-087A-5A4E-0F18-EA9698CA8E72}"/>
              </a:ext>
            </a:extLst>
          </p:cNvPr>
          <p:cNvSpPr txBox="1"/>
          <p:nvPr/>
        </p:nvSpPr>
        <p:spPr>
          <a:xfrm>
            <a:off x="1901978" y="4593175"/>
            <a:ext cx="365239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C. </a:t>
            </a:r>
            <a:r>
              <a:rPr lang="ru-RU" sz="2800" b="1" dirty="0"/>
              <a:t>Скопировать текст без изменений</a:t>
            </a:r>
          </a:p>
        </p:txBody>
      </p:sp>
    </p:spTree>
    <p:extLst>
      <p:ext uri="{BB962C8B-B14F-4D97-AF65-F5344CB8AC3E}">
        <p14:creationId xmlns:p14="http://schemas.microsoft.com/office/powerpoint/2010/main" val="3949208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igra"/>
  <p:tag name="ISPRING_RESOURCE_PATHS_HASH_2" val="d5de1aabb4e56473b02a2a78ec7054bacfc35e29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</TotalTime>
  <Words>564</Words>
  <Application>Microsoft Office PowerPoint</Application>
  <PresentationFormat>Широкоэкранный</PresentationFormat>
  <Paragraphs>100</Paragraphs>
  <Slides>10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igra</dc:title>
  <dc:creator>Георгий Аствацатуров</dc:creator>
  <cp:lastModifiedBy>dilnaz b</cp:lastModifiedBy>
  <cp:revision>21</cp:revision>
  <dcterms:created xsi:type="dcterms:W3CDTF">2017-08-05T04:53:38Z</dcterms:created>
  <dcterms:modified xsi:type="dcterms:W3CDTF">2026-03-10T17:44:47Z</dcterms:modified>
</cp:coreProperties>
</file>